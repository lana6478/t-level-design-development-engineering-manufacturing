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answer: the helical strake breaks up vortices so wind doesn't make the chimney oscillate.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Loads, Environment and Aerodynamics in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Knowledge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1.7, 1.12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Loads, Environment and Aerodynamics in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types of mechanical load and their effects.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service and environmental conditions affect materials.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2D fluid flow diagrams.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lift, drag, thrust and turbulence load structures.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do tall chimneys often have a spiral fin wrapped around them?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Mechanical 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Loads, Environment and Aerodynamics in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Static and dynamic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Steady loads versus changing or moving 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Point and uniform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Load at one spot versus spread along a length.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Torque and shear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Twisting and sliding forces.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Bending moments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Loads that bend a member.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Fatigue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Repeated loading that causes cracking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Service and environmental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Loads, Environment and Aerodynamics in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Chemical attack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Corrosion reduces strength over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Temperature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Heat softens and expands; cold makes some materials brittle.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Functional properties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design must keep working in its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Other factors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Manufacturing method and material choice shape the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Aerodynamics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Loads, Environment and Aerodynamics in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Fluid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Laminar:</a:t>
            </a:r>
            <a:r>
              <a:rPr sz="2200" b="0">
                <a:solidFill>
                  <a:srgbClr val="202122"/>
                </a:solidFill>
                <a:latin typeface="Calibri"/>
              </a:rPr>
              <a:t> smooth parallel layers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Turbulent:</a:t>
            </a:r>
            <a:r>
              <a:rPr sz="2200" b="0">
                <a:solidFill>
                  <a:srgbClr val="202122"/>
                </a:solidFill>
                <a:latin typeface="Calibri"/>
              </a:rPr>
              <a:t> chaotic mixing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Separation points:</a:t>
            </a:r>
            <a:r>
              <a:rPr sz="2200" b="0">
                <a:solidFill>
                  <a:srgbClr val="202122"/>
                </a:solidFill>
                <a:latin typeface="Calibri"/>
              </a:rPr>
              <a:t> where flow leaves the surface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Vortices:</a:t>
            </a:r>
            <a:r>
              <a:rPr sz="2200" b="0">
                <a:solidFill>
                  <a:srgbClr val="202122"/>
                </a:solidFill>
                <a:latin typeface="Calibri"/>
              </a:rPr>
              <a:t> swirling flow behind objects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Forces on structures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Lift:</a:t>
            </a:r>
            <a:r>
              <a:rPr sz="2200" b="0">
                <a:solidFill>
                  <a:srgbClr val="202122"/>
                </a:solidFill>
                <a:latin typeface="Calibri"/>
              </a:rPr>
              <a:t> at right angles to flow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Drag:</a:t>
            </a:r>
            <a:r>
              <a:rPr sz="2200" b="0">
                <a:solidFill>
                  <a:srgbClr val="202122"/>
                </a:solidFill>
                <a:latin typeface="Calibri"/>
              </a:rPr>
              <a:t> opposes motion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Thrust:</a:t>
            </a:r>
            <a:r>
              <a:rPr sz="2200" b="0">
                <a:solidFill>
                  <a:srgbClr val="202122"/>
                </a:solidFill>
                <a:latin typeface="Calibri"/>
              </a:rPr>
              <a:t> drives forward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Turbulence:</a:t>
            </a:r>
            <a:r>
              <a:rPr sz="2200" b="0">
                <a:solidFill>
                  <a:srgbClr val="202122"/>
                </a:solidFill>
                <a:latin typeface="Calibri"/>
              </a:rPr>
              <a:t> fluctuating loads that can cause fatigue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Loads, Environment and Aerodynamics in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uniformly distributed load?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causes fatigue?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Where does turbulent flow usually start on a blunt object?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can vortices damage structures?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Loads, Environment and Aerodynamics in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uniformly distributed load?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load spread evenly along a length.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causes fatigue?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Repeated or cyclic loading.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Where does turbulent flow usually start on a blunt object?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At the separation point.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can vortices damage structures?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They create fluctuating forces that cause vibration and fatigue.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Load a sign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Loads, Environment and Aerodynamics in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road sign on a post faces strong winds by the sea.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every load acting on it.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environmental conditions and their effects.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two design changes to cope.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Wind, weight and fatigue loads identified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Corrosion considered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Changes justified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Knowledge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example of a dynamic load.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does temperature affect a polymer?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 racing cars have wings?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Knowledge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https://lana6478.github.io/T-level-Design-Development-Engineering-Manufacturing/#/02-occupational-specialism/01-knowledge-criteria.md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Loads, Environment and Aerodynamics in Design</dc:title>
  <dc:subject>Design and Development for Engineering and Manufacturing T Level: Mechanical: Knowledge criteria</dc:subject>
  <dc:creator>Samuel O'Connell</dc:creator>
  <cp:keywords>T Level; Design and Development for Engineering and Manufacturing; lesson slides; 1.7, 1.12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