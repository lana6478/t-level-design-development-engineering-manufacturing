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Starter answer: the helical strake breaks up vortices so wind doesn't make the chimney oscillate.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A load spread evenly along a length.</a:t>
            </a:r>
          </a:p>
          <a:p>
            <a:r>
              <a:t>2. Repeated cycles grow cracks.</a:t>
            </a:r>
          </a:p>
          <a:p>
            <a:r>
              <a:t>3. Bends a 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Where flow leaves the surface.</a:t>
            </a:r>
          </a:p>
          <a:p>
            <a:r>
              <a:t>2. At right angles to the flow.</a:t>
            </a:r>
          </a:p>
          <a:p>
            <a:r>
              <a:t>3. Fluctuating loads cause vibration and fatigue.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E0463A"/>
                </a:solidFill>
                <a:latin typeface="Calibri"/>
              </a:rPr>
              <a:t>MECHANICAL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Loads, Environment and Aerodynamics in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Mechanical: Knowledge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1.7, 1.12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Design and Development for Engineering and Manufacturing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City &amp; Guilds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Loads, Environment and Aerodynamics in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types of mechanical load and their effects.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how service and environmental conditions affect materials.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Interpret 2D fluid flow diagrams.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how lift, drag, thrust and turbulence load structures.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Why do tall chimneys often have a spiral fin wrapped around them?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Mechanical loads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Loads, Environment and Aerodynamics in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Loads can be static (steady, like a shelf's weight) or dynamic (changing, like a vibrating engine). A point load acts at one spot; a uniformly distributed load spreads evenly along a length.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Torque twists; shear forces make layers slide; bending moments bend a member. Fluid loading comes from wind or water.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Fatigue is the danger of dynamic loads: repeated cycles grow cracks until failure, even at loads well below the material's strength.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The type of load decides which material properties matter most.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 crane hook carries a static load when holding and a dynamic load when the load swings or is dropped suddenly, which can be far higher.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Mechanical loads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Loads, Environment and Aerodynamics in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Static and dynamic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Steady loads versus changing or moving loads.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Point and uniform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Load at one spot versus spread along a length.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Torque and shear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Twisting and sliding forces.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Bending moments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Loads that bend a member.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Fatigue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Repeated loading that causes cracking over 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Mechanical loads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Loads, Environment and Aerodynamics in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a uniformly distributed load?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are dynamic loads a fatigue risk?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does a bending moment 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Service and environmental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Loads, Environment and Aerodynamics in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Chemical attack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Corrosion reduces strength over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Temperature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Heat softens and expands; cold makes some materials brittle.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Functional properties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The design must keep working in its environment.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Other factors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Manufacturing method and material choice shape the outcome.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Aerodynamics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Loads, Environment and Aerodynamics in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Laminar flow moves in smooth, parallel layers. Turbulent flow is chaotic. Where flow can't follow a surface it separates, creating vortices behind the object.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Lift acts at right angles to the flow, created by pressure differences. Drag opposes motion. Thrust drives an object forward. Turbulence creates fluctuating loads that can cause vibration and fatigue.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Designers read 2D flow diagrams around shapes to predict these forces on structures such as masts, bridges, vehicles and wind turbines.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Tall chimneys have a spiral strake that breaks up vortices, stopping wind making them oscillate.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Aerodynamics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Loads, Environment and Aerodynamics in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Fluid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Laminar:</a:t>
            </a:r>
            <a:r>
              <a:rPr sz="2200" b="0">
                <a:solidFill>
                  <a:srgbClr val="202122"/>
                </a:solidFill>
                <a:latin typeface="Calibri"/>
              </a:rPr>
              <a:t> smooth parallel layers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Turbulent:</a:t>
            </a:r>
            <a:r>
              <a:rPr sz="2200" b="0">
                <a:solidFill>
                  <a:srgbClr val="202122"/>
                </a:solidFill>
                <a:latin typeface="Calibri"/>
              </a:rPr>
              <a:t> chaotic mixing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Separation points:</a:t>
            </a:r>
            <a:r>
              <a:rPr sz="2200" b="0">
                <a:solidFill>
                  <a:srgbClr val="202122"/>
                </a:solidFill>
                <a:latin typeface="Calibri"/>
              </a:rPr>
              <a:t> where flow leaves the surface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Vortices:</a:t>
            </a:r>
            <a:r>
              <a:rPr sz="2200" b="0">
                <a:solidFill>
                  <a:srgbClr val="202122"/>
                </a:solidFill>
                <a:latin typeface="Calibri"/>
              </a:rPr>
              <a:t> swirling flow behind objects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Forces on structures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Lift:</a:t>
            </a:r>
            <a:r>
              <a:rPr sz="2200" b="0">
                <a:solidFill>
                  <a:srgbClr val="202122"/>
                </a:solidFill>
                <a:latin typeface="Calibri"/>
              </a:rPr>
              <a:t> at right angles to flow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Drag:</a:t>
            </a:r>
            <a:r>
              <a:rPr sz="2200" b="0">
                <a:solidFill>
                  <a:srgbClr val="202122"/>
                </a:solidFill>
                <a:latin typeface="Calibri"/>
              </a:rPr>
              <a:t> opposes motion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Thrust:</a:t>
            </a:r>
            <a:r>
              <a:rPr sz="2200" b="0">
                <a:solidFill>
                  <a:srgbClr val="202122"/>
                </a:solidFill>
                <a:latin typeface="Calibri"/>
              </a:rPr>
              <a:t> drives forward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Turbulence:</a:t>
            </a:r>
            <a:r>
              <a:rPr sz="2200" b="0">
                <a:solidFill>
                  <a:srgbClr val="202122"/>
                </a:solidFill>
                <a:latin typeface="Calibri"/>
              </a:rPr>
              <a:t> fluctuating loads that can cause fatigue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Aerodynamics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Loads, Environment and Aerodynamics in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a separation point?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direction does lift act?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can turbulence damage structures?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Loads, Environment and Aerodynamics in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 uniformly distributed load?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causes fatigue?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Where does turbulent flow usually start on a blunt object?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Why can vortices damage structures?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Loads, Environment and Aerodynamics in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 uniformly distributed load?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load spread evenly along a length.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causes fatigue?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Repeated or cyclic loading.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Where does turbulent flow usually start on a blunt object?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At the separation point.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Why can vortices damage structures?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They create fluctuating forces that cause vibration and fatigue.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Load a sign post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Loads, Environment and Aerodynamics in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A road sign on a post faces strong winds by the sea.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Identify every load acting on it.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Identify the environmental conditions and their effects.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Suggest two design changes to cope.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Wind, weight and fatigue loads identified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Corrosion considered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Changes justified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Give an example of a dynamic load.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How does temperature affect a polymer?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do racing cars have wings?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Knowledge 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https://lana6478.github.io/T-level-Design-Development-Engineering-Manufacturing/#/02-occupational-specialism/01-knowledge-criteria.md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Loads, Environment and Aerodynamics in Design</dc:title>
  <dc:subject>Design and Development for Engineering and Manufacturing T Level: Mechanical: Knowledge criteria</dc:subject>
  <dc:creator>Samuel O'Connell</dc:creator>
  <cp:keywords>T Level; Design and Development for Engineering and Manufacturing; lesson slides; 1.7, 1.12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