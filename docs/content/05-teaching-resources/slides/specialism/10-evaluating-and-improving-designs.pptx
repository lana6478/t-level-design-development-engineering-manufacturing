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E0463A"/>
                </a:solidFill>
                <a:latin typeface="Calibri"/>
              </a:rPr>
              <a:t>MECHANICAL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Evaluating and Improving Designs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Mechanical: Performance Outcome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Outcome 3 (3.1 to 3.9)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Evaluating and Improving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Select tools to model and evaluate design performance.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Analyse factors affecting designs and justify material choices.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Use degradation knowledge and test results to evaluate proposals.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design options and respond constructively to feedback.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Is it better to improve an existing design or start from scratch? When would you do each?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Modelling 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Evaluating and Improving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Mathematical models, spreadsheets, CAD simulations.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Choosing a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Cost, availability, compatibility, training needs, time, failure modes.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Design factors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Materials, application, location, risk, environment, configuration, geometry, scale.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Optimise or develop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Improving an existing design versus creating a new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Materials, failure and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Evaluating and Improving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Justify materials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Use property data and the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Degradation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Corrosion, fracture, abrasion, creep and fatigue, and how to prevent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Test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Judge relevance, traceability and what they mean for the design.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Evaluating and improving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Evaluating and Improving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1884006" y="2793492"/>
            <a:ext cx="8423681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563966" y="24917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Evaluate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Against purpose, conditions, cost and value.</a:t>
            </a:r>
          </a:p>
        </p:txBody>
      </p:sp>
      <p:sp>
        <p:nvSpPr>
          <p:cNvPr id="11" name="Oval 10"/>
          <p:cNvSpPr/>
          <p:nvPr/>
        </p:nvSpPr>
        <p:spPr>
          <a:xfrm>
            <a:off x="4371860" y="24917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6533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Compare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6533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93693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Options using fitness for purpose and metrics.</a:t>
            </a:r>
          </a:p>
        </p:txBody>
      </p:sp>
      <p:sp>
        <p:nvSpPr>
          <p:cNvPr id="15" name="Oval 14"/>
          <p:cNvSpPr/>
          <p:nvPr/>
        </p:nvSpPr>
        <p:spPr>
          <a:xfrm>
            <a:off x="7179754" y="24917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4427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01587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Individual, team and organisational performance, KPIs.</a:t>
            </a:r>
          </a:p>
        </p:txBody>
      </p:sp>
      <p:sp>
        <p:nvSpPr>
          <p:cNvPr id="19" name="Oval 18"/>
          <p:cNvSpPr/>
          <p:nvPr/>
        </p:nvSpPr>
        <p:spPr>
          <a:xfrm>
            <a:off x="9987648" y="24917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2321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Respond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321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09481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Confirm new requirements and log changes.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Evaluating and Improving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three factors when selecting a modelling tool.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1259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94304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value engineering?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80669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788408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log design changes?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Evaluating and Improving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three factors when selecting a modelling tool.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three of: cost, availability, compatibility, training, time.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1259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94304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value engineering?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Improving value by reducing cost without losing function.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80669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788408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log design changes?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To keep a traceable record of decisions and their impact.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Compare three designs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Evaluating and Improving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Your teacher gives you three design options for a hinge.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Build a weighted comparison matrix.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the likely failure mode of each.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Recommend one and suggest an improvement.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Criteria weighted sensibly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Failure modes realistic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Recommendation justified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MECHANICAL ENGINEERING  ·  Mechanical: Performance Outcome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the most useful design evaluation tool?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How do test results change a design?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How should you respond to negative feedback?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Practical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https://lana6478.github.io/T-level-Design-Development-Engineering-Manufacturing/#/02-occupational-specialism/02-practical-criteria.md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and Improving Designs</dc:title>
  <dc:subject>Design and Development for Engineering and Manufacturing T Level: Mechanical: Performance Outcome 3</dc:subject>
  <dc:creator>Samuel O'Connell</dc:creator>
  <cp:keywords>T Level; Design and Development for Engineering and Manufacturing; lesson slides; Outcome 3 (3.1 to 3.9)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