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Fields within mechanical engineering: design; manufacture and processing; fitting and assembly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Design Principles, Methodologies and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1.1, 1.2, 1.8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Identify, record and develop client requirements.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systems, sub-assembly and component-by-component methodologies.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DFM/DFA, planned obsolescence and anthropometric data.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verification from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client asks for 'a better wheelbarrow'. What do you need to find out before you draw anything?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Principles of 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Function, aesthetics, dimensions, ergonomics, safety, sustainability, cost, materials.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Identifying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Market research, client interviews and observation, product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Recording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Design briefs, specifications, questionnaires, observational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Communicating designs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Orthographic drawings, virtual models, physical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4644173"/>
                <a:gridCol w="3354125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Suits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Systems approach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Design the whole system and how parts interact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Complex 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Sub-assembly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Design groups of parts as units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Modular products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Component by component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Design each part individually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Simple or bespoke items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DFM/DFA: process capability and tolerances decide what can be made and assembled economically.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Verification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Did we build it right?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Checks the design against the specification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Comparison matrices, functional tests, measurement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Did we build the right thing?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Checks it meets the user's real needs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User testing, ranking, decision trees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ways to identify client requirements.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anthropometric data used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planned obsolescence?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checking a part against its drawing verification or validation?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ways to identify client requirements.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Market research, client interviews/observation, product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anthropometric data used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Designing products to fit human body sizes (ergonomics).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planned obsolescence?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Designing a product to have a limited life.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checking a part against its drawing verification or validation?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Better wheelbarrow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Design Principles, Methodologies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Interview your partner as the client and record their requirements.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specification with measurable criteria.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an anthropometric table to size the handles.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comparison matrix to verify one concept against the specification.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Requirements are measurable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Anthropometric data used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Matrix scores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methodology suits a gearbox,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can't you skip validation?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 tolerances affect DFA?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Principles, Methodologies and Verification</dc:title>
  <dc:subject>Design and Development for Engineering and Manufacturing T Level: Mechanical: Knowledge criteria</dc:subject>
  <dc:creator>Samuel O'Connell</dc:creator>
  <cp:keywords>T Level; Design and Development for Engineering and Manufacturing; lesson slides; 1.1, 1.2, 1.8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