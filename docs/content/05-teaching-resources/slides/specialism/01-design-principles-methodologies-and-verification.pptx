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Fields within mechanical engineering: design; manufacture and processing; fitting and assembly maintenance.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Market research, client interviews or observation, product analysis.</a:t>
            </a:r>
          </a:p>
          <a:p>
            <a:r>
              <a:t>2. A detailed, measurable list of requirements.</a:t>
            </a:r>
          </a:p>
          <a:p>
            <a:r>
              <a:t>3. So everyone knows exactly what will be delivered.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The systems approach.</a:t>
            </a:r>
          </a:p>
          <a:p>
            <a:r>
              <a:t>2. Design for assembly: making parts easy to fit together.</a:t>
            </a:r>
          </a:p>
          <a:p>
            <a:r>
              <a:t>3. Deliberately limiting a product's life.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Did we build it right?</a:t>
            </a:r>
          </a:p>
          <a:p>
            <a:r>
              <a:t>2. Did we build the right thing?</a:t>
            </a:r>
          </a:p>
          <a:p>
            <a:r>
              <a:t>3. E.g. user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E0463A"/>
                </a:solidFill>
                <a:latin typeface="Calibri"/>
              </a:rPr>
              <a:t>MECHANICAL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Design Principles, Methodologies and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Mechanical: Knowledge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1.1, 1.2, 1.8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Design and Development for Engineering and Manufacturing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City &amp; Guilds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Principles, Methodologies and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Identify, record and develop client requirements.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systems, sub-assembly and component-by-component methodologies.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DFM/DFA, planned obsolescence and anthropometric data.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Distinguish verification from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A client asks for 'a better wheelbarrow'. What do you need to find out before you draw anything?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Principles of engineering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Principles, Methodologies and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60"/>
              </a:spcAft>
            </a:pPr>
            <a:r>
              <a:rPr sz="2100" b="1">
                <a:solidFill>
                  <a:srgbClr val="202122"/>
                </a:solidFill>
                <a:latin typeface="Calibri"/>
              </a:rPr>
              <a:t>Every design starts with requirements:</a:t>
            </a:r>
            <a:r>
              <a:rPr sz="2100" b="0">
                <a:solidFill>
                  <a:srgbClr val="202122"/>
                </a:solidFill>
                <a:latin typeface="Calibri"/>
              </a:rPr>
              <a:t> function, aesthetics, dimensions, ergonomics, safety, sustainability, cost and materials.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Requirements are found through market research, interviewing and observing the client, and analysing existing products. They're recorded in a design brief, a specification, questionnaires and observation records, then agreed with the client so the project scope is clear.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Designs are communicated with orthographic drawings, virtual models and physical models. Factors such as the product life cycle, sustainability and safety shape every decision.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specification for a wheelbarrow: carry 100 kg, tip easily, handles 850 to 950 mm high, weigh under 15 kg, cost under 60 pounds to make.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Principles of engineering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Principles, Methodologies and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Function, aesthetics, dimensions, ergonomics, safety, sustainability, cost, materials.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Identifying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Market research, client interviews and observation, product analysis.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Recording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Design briefs, specifications, questionnaires, observational records.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Communicating designs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Orthographic drawings, virtual models, physical models.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Principles of engineering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Principles, Methodologies and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Name three ways to identify requirements.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a specification?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agree the scope with the client?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Design methodologies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Principles, Methodologies and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The systems approach designs the whole product and how its parts interact, suiting complex products such as gearboxes. The sub-assembly approach designs groups of parts as units, suiting modular products. Component-by-component design works on each part individually, suiting simple or bespoke items.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Design for manufacture and assembly (DFM/DFA) makes parts easy and cheap to make and fit together, within the process's capability and tolerances.</a:t>
            </a:r>
          </a:p>
          <a:p>
            <a:pPr>
              <a:spcAft>
                <a:spcPts val="1260"/>
              </a:spcAft>
            </a:pPr>
            <a:r>
              <a:rPr sz="2100" b="0">
                <a:solidFill>
                  <a:srgbClr val="202122"/>
                </a:solidFill>
                <a:latin typeface="Calibri"/>
              </a:rPr>
              <a:t>Planned obsolescence deliberately limits a product's life. Anthropometric tables help size products to people.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DFA: designing a cover to snap-fit instead of using six screws cuts assembly time from two minutes to ten seconds.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Design methodologies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Principles, Methodologies and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3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6115"/>
                <a:gridCol w="4644173"/>
                <a:gridCol w="3354125"/>
              </a:tblGrid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Methodology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Suits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Systems approach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Design the whole system and how parts interact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Complex products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Sub-assembly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Design groups of parts as units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Modular products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99441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Component by component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Design each part individually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Simple or bespoke items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DFM/DFA: process capability and tolerances decide what can be made and assembled economically.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Design methodologies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Principles, Methodologies and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Which methodology suits a gearbox?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DFA?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planned obsolescence?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Verification and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Principles, Methodologies and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Verification asks 'did we build it right?'. It checks the design meets its specification, using comparison matrices, measurements and functional tests.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Validation asks 'did we build the right thing?'. It checks the product meets the user's real needs, using user testing, ranking and decision trees.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Both are needed at every stage: a part can meet every dimension on the drawing (verified) yet still be awkward to use (not validated).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handle is measured and matches the drawing (verified), but user tests show it hurts after ten minutes (not validated), so it's redesigned.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Verification and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Principles, Methodologies and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Verification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Did we build it right?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Checks the design against the specification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Comparison matrices, functional tests, measurement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Validation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Did we build the right thing?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Checks it meets the user's real needs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User testing, ranking, decision trees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Verification and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Principles, Methodologies and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question does verification answer?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question does validation answer?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Give one validation method.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Principles, Methodologies and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12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three ways to identify client requirements.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anthropometric data used for?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planned obsolescence?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Is checking a part against its drawing verification or validation?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Principles, Methodologies and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13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three ways to identify client requirements.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Market research, client interviews/observation, product analysis.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anthropometric data used for?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Designing products to fit human body sizes (ergonomics).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planned obsolescence?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Designing a product to have a limited life.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Is checking a part against its drawing verification or validation?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Verification.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Better wheelbarrow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Design Principles, Methodologies and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Interview your partner as the client and record their requirements.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Write a specification with measurable criteria.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Use an anthropometric table to size the handles.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Build a comparison matrix to verify one concept against the specification.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Requirements are measurable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Anthropometric data used correctly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Matrix scores justified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methodology suits a gearbox, and why?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can't you skip validation?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How do tolerances affect DFA?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Knowledge 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https://lana6478.github.io/T-level-Design-Development-Engineering-Manufacturing/#/02-occupational-specialism/01-knowledge-criteria.md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Principles, Methodologies and Verification</dc:title>
  <dc:subject>Design and Development for Engineering and Manufacturing T Level: Mechanical: Knowledge criteria</dc:subject>
  <dc:creator>Samuel O'Connell</dc:creator>
  <cp:keywords>T Level; Design and Development for Engineering and Manufacturing; lesson slides; 1.1, 1.2, 1.8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