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E0463A"/>
                </a:solidFill>
                <a:latin typeface="Calibri"/>
              </a:rPr>
              <a:t>MECHANICAL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Technical Documentation and Communication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Mechanical: Performance Outcome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Outcome 6 (6.1, 6.2)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Design and Development for Engineering and Manufacturing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City &amp; Guilds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Performance Outcome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Technical Documentation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Produce, manage and version-control technical documentation.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Annotate drawings with tolerances, fits and surface finishes.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Communicate design information to technical and non-technical audiences.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Two engineers are working from different versions of the same drawing. What could go wrong?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Performance Outcome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Managing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Technical Documentation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Documents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Design specifications and engineering drawings.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Digital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CAD, document management systems, SharePoint, spreadsheets.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Version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Revision letters, change notes, one current version.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Annotation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Geometrical tolerances, limits and fits, surface finishes.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Performance Outcome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Communicating design information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Technical Documentation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Formats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Sketches and schemes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Detailed drawings and diagrams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Models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Reports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Choosing a format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Cost and time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Availability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The end user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The scale of the project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Performance Outcome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Technical Documentation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Why use revision letters on drawings?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212592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94304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two digital tools for managing documentation.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806695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788408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format suits a non-technical client?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Performance Outcome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Technical Documentation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Why use revision letters on drawings?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To show which version is current and track changes.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212592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94304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two digital tools for managing documentation.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 of: CAD, document management systems, SharePoint, spreadsheets.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806695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788408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format suits a non-technical client?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E.g. a rendered model, sketch or plain-language report.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Performance Outcome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Document pack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Technical Documentation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Take a design you have worked on.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Produce a revision-controlled drawing with full annotations.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a one-page summary for the client.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Log one design change with a change note.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Annotations correct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Revision control used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Summary suits a non-technical reader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MECHANICAL ENGINEERING  ·  Mechanical: Performance Outcome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a surface finish symbol for?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is SharePoint useful for teams?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How do you choose a communication format?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Practical 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https://lana6478.github.io/T-level-Design-Development-Engineering-Manufacturing/#/02-occupational-specialism/02-practical-criteria.md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Technical Documentation and Communication</dc:title>
  <dc:subject>Design and Development for Engineering and Manufacturing T Level: Mechanical: Performance Outcome 6</dc:subject>
  <dc:creator>Samuel O'Connell</dc:creator>
  <cp:keywords>T Level; Design and Development for Engineering and Manufacturing; lesson slides; Outcome 6 (6.1, 6.2)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