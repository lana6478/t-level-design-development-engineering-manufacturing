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Showing which version of a drawing is current.</a:t>
            </a:r>
          </a:p>
          <a:p>
            <a:r>
              <a:t>2. E.g. CAD, document management systems, SharePoint.</a:t>
            </a:r>
          </a:p>
          <a:p>
            <a:r>
              <a:t>3. Specifying how smooth a surface must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sketches, drawings, models, reports.</a:t>
            </a:r>
          </a:p>
          <a:p>
            <a:r>
              <a:t>2. Cost, time, availability, end user, project scale.</a:t>
            </a:r>
          </a:p>
          <a:p>
            <a:r>
              <a:t>3. So others can follow and trust the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Technical Documentation and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6 (6.1, 6.2)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Produce, manage and version-control technical documentation.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Annotate drawings with tolerances, fits and surface finishes.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Communicate design information to technical and non-technical audiences.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Two engineers are working from different versions of the same drawing. What could go wrong?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Managing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Technical documents, such as specifications and drawings, are produced, amended, checked and managed with digital tools: CAD, document management systems, SharePoint and spreadsheets.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Version control keeps one current version: revision letters, change notes and a record of what changed and why. Everyone must work from the latest issue.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Drawings are annotated with geometrical tolerances, limits and fits, and surface finishes, so the part can be made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Two teams working from revision B and revision C of the same drawing make parts that don't fit: version control prevents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Managing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Design specifications and engineering drawings.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Digital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CAD, document management systems, SharePoint, 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Version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Revision letters, change notes, one current version.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Annotation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Geometrical tolerances, limits and fits, surface finishes.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Managing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revision letter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digital tools for managing documents.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surface finish annotation for?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Communicating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Design information includes specifications, proposals, working drawings, representations, data, processes, risks and outcomes.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It's shared with stakeholders, colleagues and clients using sketches, schemes, detailed drawings, diagrams, models and reports.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Choose the format by cost, time, availability, the end user and the scale of the project, and make each stage of the design process clear.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client meeting uses a 3D-printed model and a rendering; the workshop gets detailed drawings; the board gets a two-page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Communicating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Sketches and schemes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Detailed drawings and diagrams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Models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Choosing a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Cost and time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Availability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 end user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 scale of the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Communicating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formats for communicating design information.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decides the format?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show each stage of the design process?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use revision letters on drawings?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digital tools for managing documentation.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format suits a non-technical client?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use revision letters on drawings?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show which version is current and track changes.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digital tools for managing documentation.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CAD, document management systems, SharePoint, spreadsheets.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format suits a non-technical client?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a rendered model, sketch or plain-language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Document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Technical Documentation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Take a design you have worked 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revision-controlled drawing with full annotations.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one-page summary for the client.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Log one design change with a change note.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Annotations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Revision control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Summary suits a non-technical reader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surface finish symbol for?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SharePoint useful for teams?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 you choose a communication format?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Documentation and Communication</dc:title>
  <dc:subject>Design and Development for Engineering and Manufacturing T Level: Mechanical: Performance Outcome 6</dc:subject>
  <dc:creator>Samuel O'Connell</dc:creator>
  <cp:keywords>T Level; Design and Development for Engineering and Manufacturing; lesson slides; Outcome 6 (6.1, 6.2)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