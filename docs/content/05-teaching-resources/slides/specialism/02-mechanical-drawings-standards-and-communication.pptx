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The inside of a part as if cut through.</a:t>
            </a:r>
          </a:p>
          <a:p>
            <a:r>
              <a:t>2. A numbered label identifying a part.</a:t>
            </a:r>
          </a:p>
          <a:p>
            <a:r>
              <a:t>3. BS EN 8888.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Learners should know how to access and interpret regulatory requirements for mechanical component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Simulates how a design will perform.</a:t>
            </a:r>
          </a:p>
          <a:p>
            <a:r>
              <a:t>2. Through CAD to CAM transfer.</a:t>
            </a:r>
          </a:p>
          <a:p>
            <a:r>
              <a:t>3. Each audience needs different detail and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E0463A"/>
                </a:solidFill>
                <a:latin typeface="Calibri"/>
              </a:rPr>
              <a:t>MECHANICAL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Mechanical Drawings, Standards and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Mechanical: Knowledge criteria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1.3, 1.4, 1.20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Mechanical Drawings, Standards and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Interpret orthographic drawings, sections and standard features.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role of BSI, ISO and IMechE.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Choose methods and formats to communicate engineering information.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CAD to CAM transfer and the uses of 2D, 3D and CAE tools.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How would you explain the design of a gear to a machinist, a customer and a manager? Would you use the same drawing?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Mechanical drawings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Mechanical Drawings, Standards and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Orthographic drawings show accurate views on standard sheet sizes. Section views show the inside of a part as if cut through, with the cut surfaces hatched.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Standard features such as springs, splines, gears, webs, solid shafts, keys and keyways are drawn using simplified conventions, so they don't need drawing in full detail.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Symbols such as balloons (numbering parts on an assembly), diameter and depth follow BS EN 8888, so any engineer can read the drawing the same 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gearbox assembly drawing uses balloons to number each part, matching a parts list, and a section view shows the bearings inside.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Mechanical drawings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Mechanical Drawings, Standards and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1" i="0">
                <a:solidFill>
                  <a:srgbClr val="03306E"/>
                </a:solidFill>
                <a:latin typeface="Calibri"/>
              </a:rPr>
              <a:t>Orthographic drawings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Sheet sizes, views, section views and hatching.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Standard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Springs, splines, gears, webs, solid shafts, keys and keyways.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Symbols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Balloons, diameter, depth, per BS EN 8888.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Mechanical drawings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Mechanical Drawings, Standards and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does a section view show?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a balloon on a drawing?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Which standard covers drawing conventions?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Standards bodies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Mechanical Drawings, Standards and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BSI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British Standards Institution: UK standards.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International Organization for Standardization.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IMechE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Institution of Mechanical Engineers: professional codes and guidance.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Communicating engineering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Mechanical Drawings, Standards and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Engineering information is shared as CAD models and drawings, written specifications, SOPs and reports, presentations, graphs of test data and SPC, and CNC programs sent to machines.</a:t>
            </a:r>
          </a:p>
          <a:p>
            <a:pPr>
              <a:spcAft>
                <a:spcPts val="1320"/>
              </a:spcAft>
            </a:pPr>
            <a:r>
              <a:rPr sz="2200" b="1">
                <a:solidFill>
                  <a:srgbClr val="202122"/>
                </a:solidFill>
                <a:latin typeface="Calibri"/>
              </a:rPr>
              <a:t>The audience decides the format:</a:t>
            </a:r>
            <a:r>
              <a:rPr sz="2200" b="0">
                <a:solidFill>
                  <a:srgbClr val="202122"/>
                </a:solidFill>
                <a:latin typeface="Calibri"/>
              </a:rPr>
              <a:t> designers and manufacturing engineers need precise drawings and data; customers need clear visuals; non-technical staff need plain summaries.</a:t>
            </a:r>
          </a:p>
          <a:p>
            <a:pPr>
              <a:spcAft>
                <a:spcPts val="1320"/>
              </a:spcAft>
            </a:pPr>
            <a:r>
              <a:rPr sz="2200" b="1">
                <a:solidFill>
                  <a:srgbClr val="202122"/>
                </a:solidFill>
                <a:latin typeface="Calibri"/>
              </a:rPr>
              <a:t>Digital tools help:</a:t>
            </a:r>
            <a:r>
              <a:rPr sz="2200" b="0">
                <a:solidFill>
                  <a:srgbClr val="202122"/>
                </a:solidFill>
                <a:latin typeface="Calibri"/>
              </a:rPr>
              <a:t> 2D CAD for manufacturing drawings, 3D CAD for models and assemblies, CAE to simulate performance, and CAD to CAM transfer to send toolpaths to CNC machines.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The same bracket: a toleranced drawing for the machinist, a rendered 3D image for the customer, and a one-paragraph cost summary for the manager.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Communicating engineering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Mechanical Drawings, Standards and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Methods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CAD models and engineering drawings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Specifications, SOPs and reports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Presentations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Graphs of performance data and SPC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Sending programs to CNC machines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Audiences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Designers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Manufacturing engineers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Customers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Non-technical personnel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Communicating engineering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Mechanical Drawings, Standards and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does CAE do?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How do CNC machines get instructions from CAD?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adapt the format to the audience?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Digital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Mechanical Drawings, Standards and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2D CAD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Fast, clear drawings for manufacture.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3D CAD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Solid models, assemblies and clash checks.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CAD to CAM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Toolpaths sent by direct entry, intranet or Wi-Fi to CNC machines.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CAE and visualisation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Simulate assembly performance; render for customers.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Mechanical Drawings, Standards and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standard covers technical drawings?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a section view show?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CAE used for?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Who is IMechE?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Mechanical Drawings, Standards and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12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standard covers technical drawings?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BS EN 8888.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a section view show?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inside of a part as if cut through, with hatching.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CAE used for?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Simulating and analysing how a design will perform.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Who is IMechE?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Institution of Mechanical Engineers.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Three audiences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Mechanical Drawings, Standards and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Take a simple component such as a shaft with a keyway.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Produce a detailed drawing for the machinist.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Produce a visual for the customer.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a one-paragraph summary for a manager.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Drawing follows BS EN 8888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Customer visual has no jargon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Summary is concise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When is 2D CAD better than 3D?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a keyway for?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How does data get from CAD to a CNC machine?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Knowledge Criteria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https://lana6478.github.io/T-level-Design-Development-Engineering-Manufacturing/#/02-occupational-specialism/01-knowledge-criteria.md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Mechanical Drawings, Standards and Communication</dc:title>
  <dc:subject>Design and Development for Engineering and Manufacturing T Level: Mechanical: Knowledge criteria</dc:subject>
  <dc:creator>Samuel O'Connell</dc:creator>
  <cp:keywords>T Level; Design and Development for Engineering and Manufacturing; lesson slides; 1.3, 1.4, 1.20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