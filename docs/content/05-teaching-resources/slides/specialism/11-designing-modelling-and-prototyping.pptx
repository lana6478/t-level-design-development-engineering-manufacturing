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To show how requirements are met and justify choices.</a:t>
            </a:r>
          </a:p>
          <a:p>
            <a:r>
              <a:t>2. E.g. gears or flywheels.</a:t>
            </a:r>
          </a:p>
          <a:p>
            <a:r>
              <a:t>3. BS and 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E.g. guards fitted, cable undamaged, correct blade.</a:t>
            </a:r>
          </a:p>
          <a:p>
            <a:r>
              <a:t>2. Stored energy could cause injury.</a:t>
            </a:r>
          </a:p>
          <a:p>
            <a:r>
              <a:t>3. It can be manufactured, operated and maintained.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Designing, Modelling and Prototyping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Performance Outcome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Outcome 4 (4.1 to 4.8)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Develop concepts that address requirements and justify materials.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Model linear, rotating and lifting systems.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Produce CAD representations and detailed drawings to standards.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Build models and prototypes safely using hand and powered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What is the difference between a model and a prototype?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From ideas to 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Designs develop from sketches into detailed, annotated concepts that show how each requirement is met and why materials were chosen.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Mechanical systems are modelled and their performance calculated: linear systems such as levers and linkages, rotating systems such as gears and flywheels, and lifting machines such as cranes and pulleys, including dynamic effects from acceleration.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CAD produces 2D and 3D drawings, simulations and accurate assemblies. Detailed drawings follow BS and ISO standards for accuracy, tolerances, units, scale and symbols.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crane design is sketched, its lifting performance calculated, modelled in 3D CAD with a clash check, and detailed for manufacture.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From ideas to 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Sketch ideas into detailed, annotated concepts.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Mechanical modelling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Linear systems, rotating systems (gears, flywheels), lifting machines.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2D and 3D drawings, simulations, accurate 3D assemblies.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Detailed drawings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Accuracy, tolerances, units, scale and symbols to BS and ISO.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From ideas to 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annotate concept sketches?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an example of a rotating system.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standards do detailed drawings follow?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Models and prototypes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144"/>
                <a:gridCol w="7224270"/>
              </a:tblGrid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Block model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Check size, form and proportion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Rapid prototype / 3D print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Check fit and function quickly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One-off prototype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Test the real material and manufacture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Requirements: dimensions (fit, form), aesthetics, mechanical properties and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Tools, assembly and realisation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Hand and power tools must be chosen correctly and used safely, with checks before, during and after use: guards fitted, cables and blades undamaged, calibration current, and damage reported.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Prototyping must use at least one type of welding and one type of 3D printing.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Assembly follows a sequence:</a:t>
            </a:r>
            <a:r>
              <a:rPr sz="2200" b="0">
                <a:solidFill>
                  <a:srgbClr val="202122"/>
                </a:solidFill>
                <a:latin typeface="Calibri"/>
              </a:rPr>
              <a:t> aligning, fixing, jointing, pre-tensioning, sealing and tightening in order, then functional testing. Disassembly starts by safely releasing tension and pressure.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A realisable design can actually be manufactured, operated and maintained.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Bolts on a flange are tightened in a star pattern, a little at a time, so the joint seals evenly instead of warping.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Tools, assembly and realisation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Use hand and power tools safely, with checks before, during and after use.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Use at least one welding type and one 3D printing type when prototyping.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Assemble and disassemble safely:</a:t>
            </a:r>
            <a:r>
              <a:rPr sz="2400" b="0">
                <a:solidFill>
                  <a:srgbClr val="202122"/>
                </a:solidFill>
                <a:latin typeface="Calibri"/>
              </a:rPr>
              <a:t> sequence, alignment, fixing, tensioning, sealing, testing.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Check the design can be manufactured, operated and maintained.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A design isn't finished until someone could actually make it and look after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Tools, assembly and realisation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two pre-use checks on a power tool.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release tension before disassembly?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makes a design realisable?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block model for?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release tension or pressure before disassembly?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pre-use checks on a power tool.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block model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Checking size, form and proportion.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release tension or pressure before disassembly?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Stored energy could cause injury.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pre-use checks on a power tool.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E.g. guards fitted, cable undamaged, correct bit or blade, calibration.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Prototype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Designing, Modelling and Prototyping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practical, can run over two lessons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Design a phone stand with an adjustable angle.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Produce a 3D CAD model and a detailed drawing.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3D print or build a block model.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Test it and annotate improvements.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Drawing follows standards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Model built safely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Improvements based on testing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Performance Outcome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choose a one-off prototype over a 3D print?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annotate concept sketches?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makes a design realisable?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Practical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https://lana6478.github.io/T-level-Design-Development-Engineering-Manufacturing/#/02-occupational-specialism/02-practical-criteria.md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Designing, Modelling and Prototyping</dc:title>
  <dc:subject>Design and Development for Engineering and Manufacturing T Level: Mechanical: Performance Outcome 4</dc:subject>
  <dc:creator>Samuel O'Connell</dc:creator>
  <cp:keywords>T Level; Design and Development for Engineering and Manufacturing; lesson slides; Outcome 4 (4.1 to 4.8)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