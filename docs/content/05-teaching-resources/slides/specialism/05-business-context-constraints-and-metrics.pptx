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Also: commercial advantage, design for reuse, planned obsolescence and sustainability.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MECHANICAL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Business Context, Constraints and Metrics in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Mechanical: Knowledge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Design and Development for Engineering and Manufacturing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City &amp; Guilds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 Context, Constraints and Metrics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market pull and technology push.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commercial and operational constraints on design.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Calculate manufacturing cost and profit.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how commercial risk analysis affects design review.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Was the smartphone created because people asked for it, or because the technology became possible?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 Context, Constraints and Metrics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Market pull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Customers create demand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Designs respond to a known need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e.g. a lighter power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Technology push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New technology creates the opportunity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Designs find a market for it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e.g. the first 3D printers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 Context, Constraints and Metrics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Commercial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Competition and profitability.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Operational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Tools, equipment, materials, process capability, people and training.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Regulations and confidentiality.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Manufacture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Design for manufacture.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Cost and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 Context, Constraints and Metrics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5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60193"/>
                <a:gridCol w="5934222"/>
              </a:tblGrid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 per unit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3.00 pounds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Labour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4.50 pounds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Overheads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2.50 pounds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Total manufacturing cost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10.00 pounds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Selling price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14.00 pounds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Profit per unit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4.00 pounds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Metrics: budget, cost, profit and time. Commercial risk analysis feeds project design reviews.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 Context, Constraints and Metrics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Is a customer-requested feature market pull or technology push?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the three parts of manufacturing cost.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A part costs 8 pounds to make and sells for 11. Profit per unit?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operational constraint.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 Context, Constraints and Metrics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Is a customer-requested feature market pull or technology push?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Market pull.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the three parts of manufacturing cost.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Materials, labour, overheads.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A part costs 8 pounds to make and sells for 11. Profit per unit?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3 pounds.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operational constraint.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E.g. tools, equipment, process capability,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Cost a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Design and Development for Engineering and Manufacturing T Level  ·  Business Context, Constraints and Metrics in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Use the material and labour data from your teacher for a steel bracket.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Calculate the total manufacturing cost per unit.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Set a selling price for a 25% profit margin.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Identify one constraint and how to overcome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All three cost elements included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Price calculation correct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Constraint solution realistic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MECHANICAL ENGINEERING  ·  Mechanical: Knowledge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Give an example of technology push.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might a company accept a lower profit?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How can a constraint be overcome?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Knowledge 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https://lana6478.github.io/T-level-Design-Development-Engineering-Manufacturing/#/02-occupational-specialism/01-knowledge-criteria.md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Context, Constraints and Metrics in Design</dc:title>
  <dc:subject>Design and Development for Engineering and Manufacturing T Level: Mechanical: Knowledge criteria</dc:subject>
  <dc:creator>Samuel O'Connell</dc:creator>
  <cp:keywords>T Level; Design and Development for Engineering and Manufacturing; lesson slides; 1.9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