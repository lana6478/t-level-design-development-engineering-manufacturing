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assurance: procedures, calibration, process capability monitoring, preventative maintenance. Quality control: testing and inspection. Production quantity decides between sampling and 100%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Assignable.</a:t>
            </a:r>
          </a:p>
          <a:p>
            <a:r>
              <a:t>2. No, only reduced.</a:t>
            </a:r>
          </a:p>
          <a:p>
            <a:r>
              <a:t>3. For critical or low-volume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Ultrasonic or X-radiography.</a:t>
            </a:r>
          </a:p>
          <a:p>
            <a:r>
              <a:t>2. Toughness (impact energy absorbed).</a:t>
            </a:r>
          </a:p>
          <a:p>
            <a:r>
              <a:t>3. The part is destroyed.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quick pass or fail check.</a:t>
            </a:r>
          </a:p>
          <a:p>
            <a:r>
              <a:t>2. A precise reference length.</a:t>
            </a:r>
          </a:p>
          <a:p>
            <a:r>
              <a:t>3. Readings vary a lot, so the process is inconsistent.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Quality, Testing and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1.15, 1.17, 1.18, 1.19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assignable from random causes of error.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quality assurance and quality control, and sampling with 100% inspection.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non-destructive and destructive testing methods.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measurement equipment and analyse measurement data statistically.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Two operators measure the same part and get different results. List every reason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Causes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Assignable (systematic) causes have an identifiable reason: faulty calibration, tool wear, observer bias or human error. They push results consistently one way and can be found and fixed.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Random causes come from ambient conditions such as temperature and humidity, and instrument uncertainty. They scatter results unpredictably and can be reduced but never eliminated.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Quality assurance prevents errors through procedures, calibration, process capability monitoring and preventative maintenance. Quality control catches them through testing and inspection. High volumes suit sampling; critical or low-volume parts may need 100%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Every shaft measures 0.05 mm oversize: a systematic error, probably worn tooling or a misset machine. Readings scattered either side point to random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Causes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Assignable (systematic)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Faulty calibration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Tool wear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Observer bias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Human error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 be found and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Ambient conditions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Temperature and humidity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Instrument uncertainty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Reduced, not eliminated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Causes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Is tool wear an assignable or random cause?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Can random error be eliminated?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When is 100% inspection used?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Non-destructive testing (NDT) checks parts without damaging them. Visual inspection, measurement and go/no-go gauges find surface and size faults. Penetrant testing and magnetic particle inspection reveal surface cracks. Ultrasonic testing and X-radiography find flaws inside.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Destructive testing sacrifices a sample:</a:t>
            </a:r>
            <a:r>
              <a:rPr sz="2200" b="0">
                <a:solidFill>
                  <a:srgbClr val="202122"/>
                </a:solidFill>
                <a:latin typeface="Calibri"/>
              </a:rPr>
              <a:t> tensile tests (strength), hardness tests, impact tests such as Izod and Charpy (toughness) and macro examination (internal structure).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NDT can check every part; destructive tests check samples from a batch.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Every weld on a pressure vessel is X-rayed (NDT), while sample welds from the same batch are cut and tensile tested (destructive).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86"/>
                <a:gridCol w="3870144"/>
                <a:gridCol w="4902183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Detects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Non-destructive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Visual, measurement, go/no-go gauges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Surface and dimensional faults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Non-destructive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Ultrasonic, X-radiography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Internal flaws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Non-destructive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Penetrant, magnetic particle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Surface cracks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Destructive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Tensile, hardness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Strength and hardness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Destructive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Impact (Izod, Charpy), macro examination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Toughness and internal structure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NDT method finds internal flaws?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Charpy test measure?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can't destructive testing check every part?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Measurement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Choose equipment by what's being measured and how accurately.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Rules and protractors for basic length and angle. Vernier and digital callipers for inside, outside and depth. Micrometers for precise small dimensions. Gauges: go/no-go for quick pass or fail, slip gauges as precise reference lengths, plug gauges for holes. Dial test indicators for run-out. CMMs and laser scanning for complex 3D shapes. Digital stress and strain machines for mechanical properties.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Analyse readings statistically:</a:t>
            </a:r>
            <a:r>
              <a:rPr sz="2000" b="0">
                <a:solidFill>
                  <a:srgbClr val="202122"/>
                </a:solidFill>
                <a:latin typeface="Calibri"/>
              </a:rPr>
              <a:t> mean, range and standard deviation show whether a process is in tolerance.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Ten shafts measure 20.01, 20.02, 20.00... The mean of 20.01 mm and a small standard deviation show the process is centred and consistent.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Measurement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Equipment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Rules, protractors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Basic length and angle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Vernier and digital callipers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Inside, outside and depth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Micrometers (outside, inside, depth)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Precise small dimensions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Gauges (go/no-go, slip, plug)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Quick pass or fail checks; reference lengths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DTI, CMM, laser scanning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Run-out, complex 3D geometry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stress/strain machines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Mechanical properties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Analyse results with mean, range and standard deviation to judge whether parts are in tolerance.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Measurement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go/no-go gauge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slip gauge?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large standard deviation show?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tool wear an assignable or random cause?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test finds internal flaws without damaging the part?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Charpy test measure?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go/no-go gauge do?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tool wear an assignable or random cause?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Assignable.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test finds internal flaws without damaging the part?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Ultrasonic testing or X-radiography.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Charpy test measure?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Toughness (impact energy absorbed).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go/no-go gauge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Quickly checks whether a feature is within limits.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Is the batch in tolerance?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ten parts with a micrometer.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the mean, range and standard deviation.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Compare with the drawing tolerance.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whether the process needs adjusting and suggest a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Measurements recorded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Statistics accurate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Decision justified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use destructive testing?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calibrate measuring equipment?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large standard deviation tell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Quality, Testing and Measurement</dc:title>
  <dc:subject>Design and Development for Engineering and Manufacturing T Level: Mechanical: Knowledge criteria</dc:subject>
  <dc:creator>Samuel O'Connell</dc:creator>
  <cp:keywords>T Level; Design and Development for Engineering and Manufacturing; lesson slides; 1.15, 1.17, 1.18, 1.19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