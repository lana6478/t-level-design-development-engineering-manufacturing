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Engineering Past, Present and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2.1, 2.2, 2.3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Past, Present and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main engineering sectors and their products.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historical advances shaped society.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Evaluate how emerging technologies may change manufacturing.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Which invention has changed the world the most: the electric motor, the internet, or the internal combustion engine?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Engineering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Past, Present and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Aerospace, automotive, rail, marine.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Power generation (renewable, non-renewable, nuclear), petrochemical.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Industry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Manufacturing, materials, chemical, control, electrical and electronic.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Structural, water and waste, telecommunications, logistics.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Specialist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Defence, medical, agriculture.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Historical advances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Past, Present and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Advance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New materials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Stronger, lighter structures and 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Electrical power and lighting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Factories and homes powered and lit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Internal combustion engine and electric motors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Modern transport and machinery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Replaceable parts and mass production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Cheaper goods and new jobs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Radio, television, computers, internet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Global communication and automation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These shaped transport, healthcare, housing, employment and sustainability.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Emerging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Past, Present and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AI, digitalisation, IoT, cloud computing, cyber-physical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Robotics, drones, autonomous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Virtual and augmented reality for design and 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Distributed energy and hybrid technologies.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Sustainability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circular economy.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Past, Present and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engineering sectors.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did replaceable parts change manufacturing?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cyber-physical system?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circular economy?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Past, Present and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engineering sectors.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three, e.g. aerospace, automotive, marine.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did replaceable parts change manufacturing?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They enabled mass production and easy repair.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cyber-physical system?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Physical machinery tightly controlled by software and networks.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circular economy?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Keeping materials in use through reuse, repair and recycling.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Timeline and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Past, Present and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Pick one sector.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Build a timeline of four key advances in that sector.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Predict how two emerging technologies will change it by 2040.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Present your forecast in two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Advances in correct order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Social and economic effects explained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Forecast is reasoned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sector would you most like to work in?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did computers change manufacturing?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emerging trend will affect engineering jobs most?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Past, Present and Future</dc:title>
  <dc:subject>Design and Development for Engineering and Manufacturing T Level: Core topic 2</dc:subject>
  <dc:creator>Samuel O'Connell</dc:creator>
  <cp:keywords>T Level; Design and Development for Engineering and Manufacturing; lesson slides; 2.1, 2.2, 2.3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