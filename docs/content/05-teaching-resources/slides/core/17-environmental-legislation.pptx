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the organisation shares responsibility for compliance, led by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Environmental Legislation and Waste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12.6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main environmental legislation affecting engineering.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aims and benefits of ISO 14001.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waste disposal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Where does the swarf from a milling machine end up? Where should it end up?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Environmental legislation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4173"/>
                <a:gridCol w="6450241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Legislation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Environmental Protection Act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Duty of care for waste; controls pollution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Pollution Prevention and Control Act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Permits for polluting industrial activities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Clean Air Act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Controls smoke and air pollution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Radioactive Substances Act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Controls radioactive materials and waste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Controlled, Hazardous Waste and Dangerous Substances rules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Safe handling, storage and disposal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ISO 14001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Aims and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An environmental management system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Identify and reduce environmental impact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Comply with the law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Lower costs and better reputation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If ignored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Fines and prosecution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Lost contracts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Environmental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Reputational harm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Waste disposal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7998299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Implications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Landfill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Cheap but harmful and increasingly taxed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Reuse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Lowest impact; needs planning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Recycling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Recovers materials such as metal swarf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Controlled waste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Licensed carriers and records for hazardous waste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ISO 14001 cover?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Act controls smoke pollution?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disposal method has the lowest environmental impact?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must happen to hazardous waste?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ISO 14001 cover?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Environmental management systems.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Act controls smoke pollution?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Clean Air Act.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disposal method has the lowest environmental impact?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Reuse.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must happen to hazardous waste?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It must be handled, stored and disposed of by licensed routes with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Waste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Environmental Legislation and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every type of waste your workshop produces.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Classify each as general, recyclable or hazardous.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the correct disposal route.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one way to reduce each waste stream.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Hazardous waste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routes chosen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Reduction ideas practical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landfill discouraged?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Who is responsible for environmental compliance?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hazardous waste from engineering.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Legislation and Waste</dc:title>
  <dc:subject>Design and Development for Engineering and Manufacturing T Level: Core topic 12</dc:subject>
  <dc:creator>Samuel O'Connell</dc:creator>
  <cp:keywords>T Level; Design and Development for Engineering and Manufacturing; lesson slides; 12.6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