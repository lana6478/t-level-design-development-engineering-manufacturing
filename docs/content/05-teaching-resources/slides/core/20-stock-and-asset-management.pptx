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Stock and Asset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15.1, 15.2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stock management principles.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just-in-time, made-to-stock, made-to-order and MRP.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asset life cycle management and capacity management.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A car factory keeps only two hours of parts on site. What are the advantages? What could go wrong?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Stock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Demand and turnover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How fast stock is used and replaced.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Cost of 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Money tied up, storage and insurance.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Obsolescence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Redundant stock may have to be written down.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Minimum levels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Safety stock to avoid running 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Supply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Suppliers, packaging and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Stock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106"/>
                <a:gridCol w="4644173"/>
                <a:gridCol w="3612135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Practice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Just-in-time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Parts arrive exactly when needed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Supply disruption stops production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Made-to-stock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Build to a forecast and hold stock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Unsold, obsolete stock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Made-to-order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Build only when ordered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Longer lead times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MRP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Plans material needs from production schedules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Relies on accurate data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Asset life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4006" y="2519172"/>
            <a:ext cx="8423681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563966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Decide what is needed.</a:t>
            </a:r>
          </a:p>
        </p:txBody>
      </p:sp>
      <p:sp>
        <p:nvSpPr>
          <p:cNvPr id="11" name="Oval 10"/>
          <p:cNvSpPr/>
          <p:nvPr/>
        </p:nvSpPr>
        <p:spPr>
          <a:xfrm>
            <a:off x="4371860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6533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Acquire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6533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93693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Buy or build it.</a:t>
            </a:r>
          </a:p>
        </p:txBody>
      </p:sp>
      <p:sp>
        <p:nvSpPr>
          <p:cNvPr id="15" name="Oval 14"/>
          <p:cNvSpPr/>
          <p:nvPr/>
        </p:nvSpPr>
        <p:spPr>
          <a:xfrm>
            <a:off x="7179754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4427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Operate and maintain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4427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01587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Use and look after it.</a:t>
            </a:r>
          </a:p>
        </p:txBody>
      </p:sp>
      <p:sp>
        <p:nvSpPr>
          <p:cNvPr id="19" name="Oval 18"/>
          <p:cNvSpPr/>
          <p:nvPr/>
        </p:nvSpPr>
        <p:spPr>
          <a:xfrm>
            <a:off x="9987648" y="2217420"/>
            <a:ext cx="640080" cy="6400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2321" y="2994660"/>
            <a:ext cx="2670733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Dispose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2321" y="3771900"/>
            <a:ext cx="2670733" cy="96012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09481" y="3909060"/>
            <a:ext cx="2396413" cy="685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Retire, sell or recycle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00634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Capacity management (MRP II, finding bottlenecks) and whole-life budgeting, including depreciation, keep assets working efficiently.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just-in-time?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obsolete stock?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 bottleneck?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four asset life cycle stages.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just-in-time?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Receiving parts only when they are needed, with minimal stock.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obsolete stock?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Stock that can no longer be used or sold.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 bottleneck?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stage that limits the capacity of the whole process.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four asset life cycle stages.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Plan, acquire, operate and maintain, dispose.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Choose a stock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Stock and Asset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Three businesses: a bespoke furniture maker, a screw manufacturer, a car assembly plant.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stock practice for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main risk for each.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Suggest how to reduce that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Practice fits the business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Risks realistic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Mitigations sensible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hold minimum stock levels?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How does depreciation affect asset decisions?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is made-to-order the best choice?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https://lana6478.github.io/T-level-Design-Development-Engineering-Manufacturing/#/01-core-component/02-engineering-core-part2.md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and Asset Management</dc:title>
  <dc:subject>Design and Development for Engineering and Manufacturing T Level: Core topic 15</dc:subject>
  <dc:creator>Samuel O'Connell</dc:creator>
  <cp:keywords>T Level; Design and Development for Engineering and Manufacturing; lesson slides; 15.1, 15.2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