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Starter: the handle is further from the hinge, so the same force gives a bigger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Force x perpendicular distance.</a:t>
            </a:r>
          </a:p>
          <a:p>
            <a:r>
              <a:t>2. Reciprocating.</a:t>
            </a:r>
          </a:p>
          <a:p>
            <a:r>
              <a:t>3. Forces balance and clockwise moments equal anticlockwise moments.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F = ma.</a:t>
            </a:r>
          </a:p>
          <a:p>
            <a:r>
              <a:t>2. 150 N.</a:t>
            </a:r>
          </a:p>
          <a:p>
            <a:r>
              <a:t>3. Newton's third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Take moments about the other support.</a:t>
            </a:r>
          </a:p>
          <a:p>
            <a:r>
              <a:t>2. The total load.</a:t>
            </a:r>
          </a:p>
          <a:p>
            <a:r>
              <a:t>3. Where and how much the beam bends.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16 J.</a:t>
            </a:r>
          </a:p>
          <a:p>
            <a:r>
              <a:t>2. 60 W.</a:t>
            </a:r>
          </a:p>
          <a:p>
            <a:r>
              <a:t>3. mgh.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taking moments about the left support, right reaction = 2 x 2 / 6 = 0.67 kN; left reaction = 1.33 kN.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ENGINEERING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Forces, Motion and 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topics 5 and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5.6, 7.1, 7.2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topics 5 and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Forces, Motion and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types of motion and calculate moments and torque.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Apply Newton's three laws of motion.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Calculate beam reactions for simply supported beams.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Calculate work, power and energy, and compare power sources.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Why is it easier to open a door by pushing near the handle than near the hinge?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topics 5 and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Motion and moments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Forces, Motion and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Motion can be rotary (turning), linear (in a straight line), reciprocating (back and forth in a line) or oscillating (swinging back and forth in an arc).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A moment is the turning effect of a force: moment = force x perpendicular distance from the pivot, measured in newton metres. Torque is the turning effect about an axis, such as on a bolt or shaft.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An object is in equilibrium when the forces balance and the clockwise moments equal the anticlockwise moments. Engineers use this to find unknown forces.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40 N force on a spanner 0.25 m from the bolt gives 40 x 0.25 = 10 N m of torque. A longer spanner gives more torque for the same force.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topics 5 and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Motion and moments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Forces, Motion and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Types of motion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Rotary, linear, reciprocating, oscillating.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Moment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Force x perpendicular distance from the pivot (N m).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Equilibrium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Clockwise moments = anticlockwise moments, and forces balance.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Torque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The turning effect of a force about an axis.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topics 5 and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Motion and moments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Forces, Motion and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the formula for a moment?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motion does a piston make?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equilibrium?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topics 5 and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Newton's laws of 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Forces, Motion and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1">
                <a:solidFill>
                  <a:srgbClr val="202122"/>
                </a:solidFill>
                <a:latin typeface="Calibri"/>
              </a:rPr>
              <a:t>Newton's first law:</a:t>
            </a:r>
            <a:r>
              <a:rPr sz="2200" b="0">
                <a:solidFill>
                  <a:srgbClr val="202122"/>
                </a:solidFill>
                <a:latin typeface="Calibri"/>
              </a:rPr>
              <a:t> an object stays at rest, or keeps moving at a constant velocity, unless a resultant (unbalanced) force acts on it.</a:t>
            </a:r>
          </a:p>
          <a:p>
            <a:pPr>
              <a:spcAft>
                <a:spcPts val="1320"/>
              </a:spcAft>
            </a:pPr>
            <a:r>
              <a:rPr sz="2200" b="1">
                <a:solidFill>
                  <a:srgbClr val="202122"/>
                </a:solidFill>
                <a:latin typeface="Calibri"/>
              </a:rPr>
              <a:t>Newton's second law:</a:t>
            </a:r>
            <a:r>
              <a:rPr sz="2200" b="0">
                <a:solidFill>
                  <a:srgbClr val="202122"/>
                </a:solidFill>
                <a:latin typeface="Calibri"/>
              </a:rPr>
              <a:t> force = mass x acceleration (F = ma). A bigger force, or a smaller mass, gives a bigger acceleration.</a:t>
            </a:r>
          </a:p>
          <a:p>
            <a:pPr>
              <a:spcAft>
                <a:spcPts val="1320"/>
              </a:spcAft>
            </a:pPr>
            <a:r>
              <a:rPr sz="2200" b="1">
                <a:solidFill>
                  <a:srgbClr val="202122"/>
                </a:solidFill>
                <a:latin typeface="Calibri"/>
              </a:rPr>
              <a:t>Newton's third law:</a:t>
            </a:r>
            <a:r>
              <a:rPr sz="2200" b="0">
                <a:solidFill>
                  <a:srgbClr val="202122"/>
                </a:solidFill>
                <a:latin typeface="Calibri"/>
              </a:rPr>
              <a:t> when one object pushes on another, the second pushes back with an equal and opposite force.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These laws explain everything from a car braking to a rocket launching.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1,200 kg car accelerating at 2 m/s squared needs a resultant force of 1,200 x 2 = 2,400 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topics 5 and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Newton's laws of 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Forces, Motion and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First 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An object stays at rest or at constant velocity unless a resultant force acts.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Second law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Force = mass x acceleration (F = ma).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Third law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Every action has an equal and opposite reaction.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topics 5 and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Newton's laws of 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Forces, Motion and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State Newton's second law as a formula.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force accelerates 50 kg at 3 m/s squared?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Which law explains recoil when firing?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topics 5 and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Simply supported beams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Forces, Motion and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A simply supported beam rests on two supports and carries loads.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To find the support reactions, take moments about one support: the moment of the load about that support equals the moment of the other reaction about it. Then the reactions must add up to the total load.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Shear force diagrams show the internal sliding forces along the beam; bending moment diagrams show where it bends most. The maximum bending moment tells designers where the beam is most likely to fail.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6 m beam with 3 kN at 2 m from the left support: right reaction = 3 x 2 / 6 = 1 kN; left reaction = 3 - 1 = 2 kN.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topics 5 and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Simply supported beams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Forces, Motion and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A beam rests on two supports with loads applied.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Take moments about one support to find the other reaction.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Example:</a:t>
            </a:r>
            <a:r>
              <a:rPr sz="2400" b="0">
                <a:solidFill>
                  <a:srgbClr val="202122"/>
                </a:solidFill>
                <a:latin typeface="Calibri"/>
              </a:rPr>
              <a:t> a 4 m beam with a 1,000 N load at its centre: each reaction is 500 N.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Shear force and bending moment diagrams show internal forces along the beam.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Check your answer: the two reactions must add up to the total load.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topics 5 and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Simply supported beams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Forces, Motion and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How do you find a support reaction?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must the reactions add up to?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does a bending moment diagram show?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topics 5 and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Energy and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Forces, Motion and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Work done = force x distance moved, in joules. Power = work done / time, in watts.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Kinetic energy (energy of movement) = half x mass x velocity squared. Potential energy (energy of height) = mass x g x height, where g is 9.81 m/s squared.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202122"/>
                </a:solidFill>
                <a:latin typeface="Calibri"/>
              </a:rPr>
              <a:t>Energy is conserved:</a:t>
            </a:r>
            <a:r>
              <a:rPr sz="2000" b="0">
                <a:solidFill>
                  <a:srgbClr val="202122"/>
                </a:solidFill>
                <a:latin typeface="Calibri"/>
              </a:rPr>
              <a:t> it changes form but isn't lost, although some becomes heat through friction. Momentum (mass x velocity) is conserved in collisions.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Power sources include mechanical, electrical and renewable (solar, hydro, wind, geothermal), plus fossil fuels and nuclear.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Lifting a 50 kg load 2 m gains 50 x 9.81 x 2 = 981 J of potential energy. Doing it in 5 s takes about 196 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topics 5 and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Energy and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Forces, Motion and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144"/>
                <a:gridCol w="7224270"/>
              </a:tblGrid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Formula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Work done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Force x distance moved (J)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Power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Work done / time (W)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Kinetic energy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Half x mass x velocity squared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Potential energy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Mass x g x height (g = 9.81 m/s squared)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Momentum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Mass x velocity; conserved in collisions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Power sources: mechanical, electrical and renewable, e.g. solar, hydro, wind, geothermal, fossil fuels, nuclear.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topics 5 and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Energy and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Forces, Motion and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14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the kinetic energy of 2 kg moving at 4 m/s?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A motor does 1,200 J in 20 s. What is its power?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the formula for potential energy?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topics 5 and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Forces, Motion and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15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A 20 N force acts 0.5 m from a pivot. What is the moment?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force accelerates a 2 kg mass at 3 m/s squared?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State Newton's third law.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kinetic energy of 4 kg moving at 3 m/s?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A motor does 600 J of work in 10 s. What is its power?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topics 5 and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Forces, Motion and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A 20 N force acts 0.5 m from a pivot. What is the moment?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10 N m.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force accelerates a 2 kg mass at 3 m/s squared?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6 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State Newton's third law.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Every action has an equal and opposite reaction.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kinetic energy of 4 kg moving at 3 m/s?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18 J.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A motor does 600 J of work in 10 s. What is its power?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60 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topics 5 and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Beam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Forces, Motion and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 6 m beam carries 2 kN at 2 m from the left support.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Calculate both support reactions.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Sketch the shear force diagram.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Check your reactions add up to the load.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Moments taken correctly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Reactions of 1.33 kN (left) and 0.67 kN (right)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Diagram labelled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ENGINEERING CORE  ·  Core topics 5 and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Give an everyday example of Newton's first law.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does a flywheel store energy?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Compare two power sources for a remote farm.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Engineering Core, Part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https://lana6478.github.io/T-level-Design-Development-Engineering-Manufacturing/#/01-core-component/01-engineering-core-part1.md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Forces, Motion and Energy</dc:title>
  <dc:subject>Design and Development for Engineering and Manufacturing T Level: Core topics 5 and 7</dc:subject>
  <dc:creator>Samuel O'Connell</dc:creator>
  <cp:keywords>T Level; Design and Development for Engineering and Manufacturing; lesson slides; 5.6, 7.1, 7.2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