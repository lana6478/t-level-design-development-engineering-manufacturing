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Fitness for purpose covers functional and environmental requirements. User requirements come from design briefs and specifications. Students should be able to interpret anthropometric (ergonomic)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ENGINEERING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Design Principles and Manufacturing Approaches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topic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1.1, 1.3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Design and Development for Engineering and Manufacturing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City &amp; Guilds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 and Manufacturing 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main types of manufacturing process.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linear, iterative and other approaches to design, including the 6Rs.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Relate scale of manufacture to infrastructure and automation.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role of CAM, quality assurance and quality control.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Pick up any object near you. How do you think it was made? Could it be made a different way?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Types of manufacturing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 and Manufacturing 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Wasting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Removing material: cutting, drilling, milling, turning.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Forming and shaping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Bending or pressing material, or moulding it into shape.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Casting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Pouring molten material into a mould.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Joining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Welding, brazing, fixings, adhesives.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Finishing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Coatings and surface treatments.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Additive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Building layer by layer, e.g. 3D printing.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Approaches to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 and Manufacturing 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Linear and iterative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Linear:</a:t>
            </a:r>
            <a:r>
              <a:rPr sz="2200" b="0">
                <a:solidFill>
                  <a:srgbClr val="202122"/>
                </a:solidFill>
                <a:latin typeface="Calibri"/>
              </a:rPr>
              <a:t> brief, research, specification, ideas, develop, make, evaluate, in order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Iterative:</a:t>
            </a:r>
            <a:r>
              <a:rPr sz="2200" b="0">
                <a:solidFill>
                  <a:srgbClr val="202122"/>
                </a:solidFill>
                <a:latin typeface="Calibri"/>
              </a:rPr>
              <a:t> design, test, evaluate, improve, repeat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Testing results feed the next iteration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Other approaches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Inclusive and user-centred design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Design for manufacture and assembly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Sustainable design and the 6Rs:</a:t>
            </a:r>
            <a:r>
              <a:rPr sz="2200" b="0">
                <a:solidFill>
                  <a:srgbClr val="202122"/>
                </a:solidFill>
                <a:latin typeface="Calibri"/>
              </a:rPr>
              <a:t> reduce, refuse, rethink, repair, reuse, recycle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Scale of manufacture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 and Manufacturing 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077"/>
                <a:gridCol w="4386164"/>
                <a:gridCol w="4644173"/>
              </a:tblGrid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Scale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Typical automation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One-off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 bespoke racing car part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Manual or CAM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 run of 500 brackets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CAM with changeovers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Mass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Car door handles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Largely automated production lines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Continuous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Steel sheet, chemicals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Fully automated, runs non-stop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Infrastructure and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 and Manufacturing 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Functional, product and matrix layouts; cellular manufacture; production lines.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Automation levels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Manual, computer-aided manufacture (CAM), fully automated, robotic.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Performance monitoring, quality assurance and quality control.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 and Manufacturing 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type of process removes material?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three of the 6Rs.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scale of manufacture suits steel sheet?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CAM stand for?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 and Manufacturing 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type of process removes material?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Wasting.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three of the 6Rs.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three of: reduce, refuse, rethink, repair, reuse, recycle.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scale of manufacture suits steel sheet?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Continuous.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CAM stand for?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Computer-aided manufacture.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Make it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 and Manufacturing 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Your product is a bike bottle cage.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Suggest how it would be made as a one-off, a batch of 200, and mass produced.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manufacturing processes and automation levels for each.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Apply two of the 6Rs to improve its sustainability.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Processes match the scale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Automation choices justified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6Rs applied specifically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ENGINEERING CORE  ·  Core topic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is iterative design often better than linear?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one advantage of cellular manufacture.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the difference between quality assurance and quality control?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Engineering Core, 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https://lana6478.github.io/T-level-Design-Development-Engineering-Manufacturing/#/01-core-component/01-engineering-core-part1.md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Principles and Manufacturing Approaches</dc:title>
  <dc:subject>Design and Development for Engineering and Manufacturing T Level: Core topic 1</dc:subject>
  <dc:creator>Samuel O'Connell</dc:creator>
  <cp:keywords>T Level; Design and Development for Engineering and Manufacturing; lesson slides; 1.1, 1.3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