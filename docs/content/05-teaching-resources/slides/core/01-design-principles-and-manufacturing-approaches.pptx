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Wasting.</a:t>
            </a:r>
          </a:p>
          <a:p>
            <a:r>
              <a:t>2. It builds parts layer by layer.</a:t>
            </a:r>
          </a:p>
          <a:p>
            <a:r>
              <a:t>3. E.g. welding, brazing, fixings, adhesives.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Fitness for purpose covers functional and environmental requirements. User requirements come from design briefs and specifications. Students should be able to interpret anthropometric (ergonomic)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Iterative repeats test and improve cycles; linear goes through stages once.</a:t>
            </a:r>
          </a:p>
          <a:p>
            <a:r>
              <a:t>2. Any three: reduce, refuse, rethink, repair, reuse, recycle.</a:t>
            </a:r>
          </a:p>
          <a:p>
            <a:r>
              <a:t>3. Measurements of the human body, used for ergonomic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One-off.</a:t>
            </a:r>
          </a:p>
          <a:p>
            <a:r>
              <a:t>2. High volumes justify the investment and lower unit cost.</a:t>
            </a:r>
          </a:p>
          <a:p>
            <a:r>
              <a:t>3. E.g. steel sheet, chemicals, petrol.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Design Principles and Manufacturing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1.1, 1.3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 and Manufacturing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main types of manufacturing process.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linear, iterative and other approaches to design, including the 6Rs.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Relate scale of manufacture to infrastructure and automation.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role of CAM, quality assurance and quality control.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Pick up any object near you. How do you think it was made? Could it be made a different way?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manufacturing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 and Manufacturing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Manufacturing processes are grouped by how they change material.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Wasting removes material to leave the shape you want: cutting, drilling, turning and milling. It's accurate but creates waste. Forming bends or presses material without removing any. Shaping and casting pour or push material into a mould. Joining connects parts by welding, brazing, fixings or adhesives. Finishing protects or improves the surface. Additive manufacturing, such as 3D printing, builds a part layer by layer, so complex shapes are possible with little waste.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The process chosen affects cost, quantity, accuracy, strength and appearance.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steel bracket could be milled from a solid block (wasting), laser cut then bent (forming), or 3D printed in metal (additive). Bending sheet is cheapest in volume.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manufacturing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 and Manufacturing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Wasting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Removing material: cutting, drilling, milling, turning.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Forming and shaping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Bending or pressing material, or moulding it into shape.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Pouring molten material into a mould.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Joining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Welding, brazing, fixings, adhesives.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Finishing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Coatings and surface treatments.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Additive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Building layer by layer, e.g. 3D printing.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Types of manufacturing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 and Manufacturing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process type removes material?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is additive manufacturing good for complex shapes?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two joining methods.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Approaches to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 and Manufacturing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Linear design moves through fixed stages in order: brief, research, specification, ideas, development, manufacture and evaluation. It's easy to manage but slow to react to problems.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Iterative design cycles through design, test, evaluate and improve, repeatedly. Test results feed each new version, so problems are found early.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Other approaches include inclusive and user-centred design (designing around real users), design for manufacture and assembly (making parts easy to make and fit together), and sustainable design, guided by the 6Rs: reduce, refuse, rethink, repair, reuse and recycle.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Anthropometric data, body measurements, makes products fit people.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Designing a drill handle: anthropometric data sets the grip size; three 3D-printed iterations are tested with users before the final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Approaches to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 and Manufacturing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Linear and iterative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Linear:</a:t>
            </a:r>
            <a:r>
              <a:rPr sz="2200" b="0">
                <a:solidFill>
                  <a:srgbClr val="202122"/>
                </a:solidFill>
                <a:latin typeface="Calibri"/>
              </a:rPr>
              <a:t> brief, research, specification, ideas, develop, make, evaluate, in order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Iterative:</a:t>
            </a:r>
            <a:r>
              <a:rPr sz="2200" b="0">
                <a:solidFill>
                  <a:srgbClr val="202122"/>
                </a:solidFill>
                <a:latin typeface="Calibri"/>
              </a:rPr>
              <a:t> design, test, evaluate, improve, repeat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Testing results feed the next iteration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Other approaches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Inclusive and user-centred design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Design for manufacture and assembly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Sustainable design and the 6Rs:</a:t>
            </a:r>
            <a:r>
              <a:rPr sz="2200" b="0">
                <a:solidFill>
                  <a:srgbClr val="202122"/>
                </a:solidFill>
                <a:latin typeface="Calibri"/>
              </a:rPr>
              <a:t> reduce, refuse, rethink, repair, reuse, recycle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Approaches to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 and Manufacturing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key difference between linear and iterative design?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three of the 6Rs.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anthropometric data?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Scale of manufacture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 and Manufacturing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How many products are made shapes how they're made.</a:t>
            </a:r>
          </a:p>
          <a:p>
            <a:pPr>
              <a:spcAft>
                <a:spcPts val="1260"/>
              </a:spcAft>
            </a:pPr>
            <a:r>
              <a:rPr sz="2100" b="1">
                <a:solidFill>
                  <a:srgbClr val="202122"/>
                </a:solidFill>
                <a:latin typeface="Calibri"/>
              </a:rPr>
              <a:t>One-off:</a:t>
            </a:r>
            <a:r>
              <a:rPr sz="2100" b="0">
                <a:solidFill>
                  <a:srgbClr val="202122"/>
                </a:solidFill>
                <a:latin typeface="Calibri"/>
              </a:rPr>
              <a:t> a single bespoke item, made by skilled workers or with computer-aided manufacture (CAM). Batch: a set quantity, then the equipment is changed over for the next product. Mass: very large numbers on dedicated, highly automated production lines. Continuous: production runs non-stop, such as steel sheet or chemicals.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Higher volumes justify more automation and investment in tooling, lowering the cost of each item. Factories can be laid out by function, by product, as a matrix, or in cells.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racing car wing is one-off; a run of 500 brackets is batch; car door handles are mass produced; petrol is refined continuously.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Scale of manufacture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 and Manufacturing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077"/>
                <a:gridCol w="4386164"/>
                <a:gridCol w="4644173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Typical automation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One-off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 bespoke racing car part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Manual or CAM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 run of 500 brackets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CAM with changeovers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Mass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Car door handles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Largely automated production lines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Steel sheet, chemicals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Fully automated, runs non-stop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Scale of manufacture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 and Manufacturing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scale suits bespoke items?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does mass production use more automation?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an example of continuous production.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Infrastructure and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 and Manufacturing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Functional, product and matrix layouts; cellular manufacture; production 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Automation 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Manual, computer-aided manufacture (CAM), fully automated, robotic.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Performance monitoring, quality assurance and quality control.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 and Manufacturing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type of process removes material?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three of the 6Rs.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scale of manufacture suits steel sheet?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CAM stand for?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 and Manufacturing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type of process removes material?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Wasting.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three of the 6Rs.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three of: reduce, refuse, rethink, repair, reuse, recycle.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scale of manufacture suits steel sheet?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Continuous.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CAM stand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Computer-aided manufacture.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Make it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 and Manufacturing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Your product is a bike bottle cage.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how it would be made as a one-off, a batch of 200, and mass produced.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manufacturing processes and automation levels for each.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Apply two of the 6Rs to improve its sustainability.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Processes match the scale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Automation choices justified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6Rs applied specifically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iterative design often better than linear?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one advantage of cellular manufacture.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difference between quality assurance and quality control?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https://lana6478.github.io/T-level-Design-Development-Engineering-Manufacturing/#/01-core-component/01-engineering-core-part1.md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Principles and Manufacturing Approaches</dc:title>
  <dc:subject>Design and Development for Engineering and Manufacturing T Level: Core topic 1</dc:subject>
  <dc:creator>Samuel O'Connell</dc:creator>
  <cp:keywords>T Level; Design and Development for Engineering and Manufacturing; lesson slides; 1.1, 1.3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