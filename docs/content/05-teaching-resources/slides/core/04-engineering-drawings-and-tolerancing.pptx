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Drawings follow BS EN 8888 (technical product documentation) and BS 3939 (graphical symbols).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Engineering Drawings, Dimensions and Tolerancing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3.1, 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Drawings, Dimensions and Tolerancing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drawing types for a purpose and audience.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title blocks, line types, abbreviations and symbols.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dimensions and GD&amp;T symbols.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Calculate tolerances, limits and fits.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shaft is drawn as 20 mm diameter. Could a real shaft ever be exactly 20.000 mm? What does that mean for making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Drawing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Drawings, Dimensions and Tolerancing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Sketches and isometric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Quick ideas and 3D views for discussion.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Orthographic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Accurate 2D views for manufacture.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Exploded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Show how parts assemble.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CAD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Accurate 3D models that can be simulated.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Diagrams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Block diagrams, flowcharts, circuit diagrams and schematics.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Common abbreviations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Drawings, Dimensions and Tolerancing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2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21"/>
                <a:gridCol w="3433985"/>
                <a:gridCol w="2113221"/>
                <a:gridCol w="3433985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Abbreviation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Abbreviation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Across flats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Countersink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Centre line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HEX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Hexagon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Diameter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PCD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Pitch circle diameter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DWG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Drawing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Thread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MTL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UCUT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Undercut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CHAM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Chamfer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SQ / 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Square / radius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Tolerances, limits and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Drawings, Dimensions and Tolerancing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Tolerance:</a:t>
            </a:r>
            <a:r>
              <a:rPr sz="2400" b="0">
                <a:solidFill>
                  <a:srgbClr val="202122"/>
                </a:solidFill>
                <a:latin typeface="Calibri"/>
              </a:rPr>
              <a:t> the total allowed variation in a dimension.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Limits:</a:t>
            </a:r>
            <a:r>
              <a:rPr sz="2400" b="0">
                <a:solidFill>
                  <a:srgbClr val="202122"/>
                </a:solidFill>
                <a:latin typeface="Calibri"/>
              </a:rPr>
              <a:t> the largest and smallest acceptable sizes.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Example:</a:t>
            </a:r>
            <a:r>
              <a:rPr sz="2400" b="0">
                <a:solidFill>
                  <a:srgbClr val="202122"/>
                </a:solidFill>
                <a:latin typeface="Calibri"/>
              </a:rPr>
              <a:t> 20 mm plus or minus 0.1 mm gives limits of 19.9 mm and 20.1 mm, a tolerance of 0.2 mm.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Fits:</a:t>
            </a:r>
            <a:r>
              <a:rPr sz="2400" b="0">
                <a:solidFill>
                  <a:srgbClr val="202122"/>
                </a:solidFill>
                <a:latin typeface="Calibri"/>
              </a:rPr>
              <a:t> clearance (always a gap), interference (always tight), transition (either).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Tighter tolerances cost more to make. Only specify what the function really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Geometric tolerancing (GD&amp;T)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Drawings, Dimensions and Tolerancing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Datum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reference surface or feature to measure from.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Parallelism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surface stays parallel to a datum.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Perpendicularity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surface stays at 90 degrees to a datum.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Concentricity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Circular features share a centre.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Straightness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line or edge stays straight.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Drawings, Dimensions and Tolerancing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PCD stand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hole is 12 mm plus or minus 0.05 mm. What are its limits?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fit always has a gap?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drawing type is best for showing assembly?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Drawings, Dimensions and Tolerancing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PCD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Pitch circle diameter.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hole is 12 mm plus or minus 0.05 mm. What are its limits?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11.95 mm and 12.05 mm.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fit always has a gap?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clearance fit.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drawing type is best for showing assembly?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exploded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Read the 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Engineering Drawings, Dimensions and Tolerancing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Study the orthographic drawing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every abbreviation and symbol and what it means.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the limits for three toleranced dimensions.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fit between the shaft and the hole.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symbols correctly explained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Limits calculated accurately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Fit type justified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Who would use an isometric sketch rather than an orthographic drawing?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tighter tolerances cost more?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datum?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Drawings, Dimensions and Tolerancing</dc:title>
  <dc:subject>Design and Development for Engineering and Manufacturing T Level: Core topic 3</dc:subject>
  <dc:creator>Samuel O'Connell</dc:creator>
  <cp:keywords>T Level; Design and Development for Engineering and Manufacturing; lesson slides; 3.1, 3.2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