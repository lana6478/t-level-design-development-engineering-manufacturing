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Engineering hazards: equipment, stored energy, tools, electricity, harmful substances and gases,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Risk Assessment and Hazardous Contexts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12.4, 12.5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Risk Assessment and Hazardous Contexts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hazards using HAZOP and HAZID.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Evaluate risk by likelihood, severity and number of people affected.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the hierarchy of control.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safety considerations in specific engineering contexts.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Name as many hazards as you can in a machine workshop in 60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Stages of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Risk Assessment and Hazardous Contexts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79349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 hazards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HAZOP, HAZID, inspection.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Evaluate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Likelihood, severity, number of people affected.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Apply the hierarchy of control.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Record and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Document and check it still 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hierarchy of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Risk Assessment and Hazardous Contexts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79349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3306E"/>
                </a:solidFill>
                <a:latin typeface="Calibri"/>
              </a:rPr>
              <a:t>Eliminate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1734769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1460449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Remove the hazard.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326897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3306E"/>
                </a:solidFill>
                <a:latin typeface="Calibri"/>
              </a:rPr>
              <a:t>Reduce / substitute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4046220"/>
            <a:ext cx="1734769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4183380"/>
            <a:ext cx="1460449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Use something less hazardous.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326897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3306E"/>
                </a:solidFill>
                <a:latin typeface="Calibri"/>
              </a:rPr>
              <a:t>Isolate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4046220"/>
            <a:ext cx="1734769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4183380"/>
            <a:ext cx="1460449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Separate people from the hazard.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26897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3306E"/>
                </a:solidFill>
                <a:latin typeface="Calibri"/>
              </a:rPr>
              <a:t>Engineering controls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4046220"/>
            <a:ext cx="1734769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4183380"/>
            <a:ext cx="1460449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Guards, extraction, interlocks.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326897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3306E"/>
                </a:solidFill>
                <a:latin typeface="Calibri"/>
              </a:rPr>
              <a:t>Administration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4046220"/>
            <a:ext cx="1734769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4183380"/>
            <a:ext cx="1460449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Training, safe systems of work.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3268979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b="1" i="0">
                <a:solidFill>
                  <a:srgbClr val="03306E"/>
                </a:solidFill>
                <a:latin typeface="Calibri"/>
              </a:rPr>
              <a:t>PPE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4046220"/>
            <a:ext cx="1734769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4183380"/>
            <a:ext cx="1460449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The last resort.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Specific engineering contexts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Risk Assessment and Hazardous Contexts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Context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Key considerations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Moving parts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Guarding, isolation, lock out tag out (LOTO)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Confined spaces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Asphyxiation, oxygen levels, permit to work, rescue plan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Chemicals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COSHH, ventilation, fire and explosion risk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Electrical testing and high voltage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Isolation, permits, stored energy, competent persons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Maintenance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Safe isolation, heat, manual handling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Risk Assessment and Hazardous Contexts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first level of the hierarchy of control?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is PPE the last resort?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LOTO?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permit to work control?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Risk Assessment and Hazardous Contexts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first level of the hierarchy of control?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Elimination.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is PPE the last resort?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It only protects the wearer and relies on it being worn correctly.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LOTO?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Lock out tag out: isolating and locking energy sources before work.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permit to work control?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Authorisation and conditions for high-risk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Risk assess the lathe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Risk Assessment and Hazardous Contexts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Risk assess using a centre lathe in the workshop.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at least five hazards.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Score likelihood and severity for each.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controls from as high up the hierarchy as possible.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Hazards are specific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Scores justified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PPE is not the only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an example of an engineering control.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HAZOP used for?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are confined spaces dangerous?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https://lana6478.github.io/T-level-Design-Development-Engineering-Manufacturing/#/01-core-component/02-engineering-core-part2.md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Assessment and Hazardous Contexts</dc:title>
  <dc:subject>Design and Development for Engineering and Manufacturing T Level: Core topic 12</dc:subject>
  <dc:creator>Samuel O'Connell</dc:creator>
  <cp:keywords>T Level; Design and Development for Engineering and Manufacturing; lesson slides; 12.4, 12.5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