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Plan, do, check, act.</a:t>
            </a:r>
          </a:p>
          <a:p>
            <a:r>
              <a:t>2. Continuous small improvements by everyone.</a:t>
            </a:r>
          </a:p>
          <a:p>
            <a:r>
              <a:t>3. To measure whether changes really improve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Any four of the eight.</a:t>
            </a:r>
          </a:p>
          <a:p>
            <a:r>
              <a:t>2. Doing more than the customer requires.</a:t>
            </a:r>
          </a:p>
          <a:p>
            <a:r>
              <a:t>3. People's skills and ideas aren't being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Availability x performance x quality.</a:t>
            </a:r>
          </a:p>
          <a:p>
            <a:r>
              <a:t>2. Changeover time.</a:t>
            </a:r>
          </a:p>
          <a:p>
            <a:r>
              <a:t>3. Sort, set in order, shine, standardise, sustain,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Continuous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16.1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PDCA cycle, KPIs, lean and Kaizen.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the 8 wastes.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continuous improvement practices such as 6S, SMED, OEE and TPM.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Watch a classmate make a cup of tea (or imagine it). How many unnecessary steps do they take?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PDCA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Continuous improvement means making small, steady improvements all the time, known as Kaizen.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The PDCA cycle structures it. Plan: identify a problem and plan a change. Do: try it on a small scale. Check: measure the results against key performance indicators (KPIs). Act: adopt it if it worked, adjust it, or abandon it, then start again.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KPIs, such as scrap rate, output per hour or on-time delivery, show whether things are really improving. Lean thinking focuses on removing waste.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Plan: rearrange a workbench to cut walking. Do: trial it for a week. Check: assembly time falls 12%. Act: roll it out to all benches.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PDCA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51917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Identify the problem and plan a change.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Try it on a small scale.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Measure results against KPIs.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Adopt, adjust or abandon, then repeat.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063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Kaizen means small, continuous, incremental improvements by everyone.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The PDCA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PDCA stand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Kaizen?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use KPIs?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8 wastes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Lean identifies eight wastes that add cost but no value.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Transportation:</a:t>
            </a:r>
            <a:r>
              <a:rPr sz="2200" b="0">
                <a:solidFill>
                  <a:srgbClr val="202122"/>
                </a:solidFill>
                <a:latin typeface="Calibri"/>
              </a:rPr>
              <a:t> moving materials unnecessarily. Inventory: holding too much stock. Motion: people moving more than needed. Waiting: idle time. Over-production: making more than is needed. Over-processing: doing more work than the customer requires. Defects: scrap and rework. Unused talent: not using people's skills and ideas.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Practices such as value stream mapping, 6S, SMED, OEE, TPM and kanban help remove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Polishing a hidden internal surface the customer never sees is over-processing: it costs time and adds no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8 wastes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Transportation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Moving materials unnecessarily.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Too much stock.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People moving more than needed.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Waiting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Idle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Over-production and over-processing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Making too much, or doing more than required.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Defects and unused talent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Scrap and rework; not using people's skills.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The 8 wastes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four of the 8 wastes.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over-processing?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is unused talent a waste?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Improvement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Value stream mapping draws every step of a process to find waste. Visual management and kanban make status and demand visible at a glance.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6S organises the workplace:</a:t>
            </a:r>
            <a:r>
              <a:rPr sz="2200" b="0">
                <a:solidFill>
                  <a:srgbClr val="202122"/>
                </a:solidFill>
                <a:latin typeface="Calibri"/>
              </a:rPr>
              <a:t> sort, set in order, shine, standardise, sustain and safety.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SMED (single minute exchange of dies) cuts changeover times so small batches become practical.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OEE (overall equipment effectiveness) = availability x performance x quality, showing how well a machine is really used. TPM (total productive maintenance) has operators help maintain their own machines.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press is available 90% of the time, runs at 80% speed and makes 95% good parts: OEE = 0.9 x 0.8 x 0.95 = about 68%.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Improvement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Practice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Value stream mapping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Map every step to find waste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Visual management and kanban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Make status and demand visible at a glance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6S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Sort, set in order, shine, standardise, sustain, safety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SMED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Single minute exchange of dies: faster changeovers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OEE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Overall equipment effectiveness = availability x performance x quality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TPM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Total productive maintenance: operators help maintain machines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Improvement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OEE formula?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SMED reduce?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the six parts of 6S.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PDCA stand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four of the 8 wastes.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SMED reduce?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machine is 90% available, 80% performance and 95% quality. OEE?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PDCA stand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Plan, do, check, act.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four of the 8 wastes.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four, e.g. transportation, inventory, motion, waiting.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SMED reduce?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Changeover time.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machine is 90% available, 80% performance and 95% quality. OEE?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About 68%.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Lean the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Map the value stream of a simple workshop task.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Mark every waste using the 8 wastes.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Apply 6S to the work area.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Plan one PDCA cycle to test an improvement.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At least five wastes identified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6S steps applied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PDCA plan has a measurable KPI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waste is most common in your workshop?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use KPIs in continuous improvement?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Kaizen and a big one-off change?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Continuous Improvement</dc:title>
  <dc:subject>Design and Development for Engineering and Manufacturing T Level: Core topic 16</dc:subject>
  <dc:creator>Samuel O'Connell</dc:creator>
  <cp:keywords>T Level; Design and Development for Engineering and Manufacturing; lesson slides; 16.1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