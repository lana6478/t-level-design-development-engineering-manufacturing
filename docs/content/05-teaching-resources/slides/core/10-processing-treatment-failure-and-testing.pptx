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Processing also changes properties: rolling, forging, welding, casting, sintering, hot and cold working, curing thermosets.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To reduce brittleness.</a:t>
            </a:r>
          </a:p>
          <a:p>
            <a:r>
              <a:t>2. Softens the metal and relieves stress.</a:t>
            </a:r>
          </a:p>
          <a:p>
            <a:r>
              <a:t>3. The zinc coating corrodes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Failure from repeated loading below the breaking stress.</a:t>
            </a:r>
          </a:p>
          <a:p>
            <a:r>
              <a:t>2. Under constant load, especially at high temperature.</a:t>
            </a:r>
          </a:p>
          <a:p>
            <a:r>
              <a:t>3. A more reactive metal that corrodes instead of the protected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Force / area.</a:t>
            </a:r>
          </a:p>
          <a:p>
            <a:r>
              <a:t>2. Stiffness (stress / strain).</a:t>
            </a:r>
          </a:p>
          <a:p>
            <a:r>
              <a:t>3. The sample narrowing before it fractures.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ENGINEERING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Material Processing, Treatment, Failure and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topic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6.3, 6.4, 6.5, 6.6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Design and Development for Engineering and Manufacturing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City &amp; Guilds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how processing changes material properties.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heat treatments and surface treatments.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causes of failure: corrosion, fatigue and creep.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Interpret tensile test results and calculate stress, strain and Young's modulus.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Bend a paperclip back and forth until it snaps. What just happened to the metal?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Heat and surface treatments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Heat treatments change a metal's structure and properties.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Quench hardening heats steel and cools it rapidly, making it very hard but brittle; tempering then reheats it gently to reduce brittleness. Case hardening gives a hard outer skin with a tough core. Annealing softens metal and relieves stress; normalising refines its grain. Precipitation hardening strengthens some alloys, such as aluminium.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Surface treatments protect against corrosion: painting and plastic coating form a barrier; galvanising coats steel with zinc, which corrodes first to protect it.</a:t>
            </a:r>
          </a:p>
          <a:p>
            <a:pPr>
              <a:spcAft>
                <a:spcPts val="1140"/>
              </a:spcAft>
            </a:pPr>
            <a:r>
              <a:rPr sz="1900" b="0">
                <a:solidFill>
                  <a:srgbClr val="202122"/>
                </a:solidFill>
                <a:latin typeface="Calibri"/>
              </a:rPr>
              <a:t>Processing, such as rolling, forging and welding, also changes properties.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chisel is quench hardened so its edge stays sharp, then tempered so it doesn't shatter when hit with a hammer.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Heat and surface treatments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Treatment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Effect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Case hardening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Hard outer surface, tough core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Quench hardening / tempering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Harden steel, then reduce brittleness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Normalising / annealing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Refine grain / soften and relieve stress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Precipitation hardening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Strengthens some alloys, e.g. aluminium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Painting, plastic coating, galvanising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Barrier or sacrificial protection against corrosion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Heat and surface treatments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temper after quench hardening?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annealing do?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How does galvanising protect steel?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materials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Corrosion is chemical attack, such as rust, that removes material and can eventually perforate it. It includes oxidation, chemical attack and stress corrosion.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Fatigue is failure under repeated loading, even when each load is well below the breaking stress: tiny cracks grow with every cycle until the part snaps.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Creep is slow, permanent deformation under a constant load, especially at high temperature. It happens in three stages: primary, secondary (steady) and tertiary, ending in fracture.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Prevention includes coatings, galvanising, sacrificial anodes and designing out stress concentrations.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Bending a paperclip back and forth until it snaps is fatigue: no single bend breaks it, but the repeated cycles 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Why materials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Corrosion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Oxidation, chemical attack or stress corrosion eats material away.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Fatigue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Repeated loading below the breaking stress causes cracks: the paperclip.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Creep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Slow deformation under constant load, often at high temperature, in three stages.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Prevention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Coatings, galvanising, sacrificial anodes, good design.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Why materials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fatigue?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When is creep a concern?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a sacrificial anode?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Tensile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A tensile test stretches a sample until it breaks, recording the load and extension.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Stress = force / cross-sectional area. Strain = extension / original length (no units). In the elastic region, extension is proportional to load (Hooke's law) and the sample returns to shape. Young's modulus = stress / strain in this region, a measure of stiffness.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Beyond the elastic limit it deforms plastically. The ultimate tensile strength is the maximum stress; after that the sample narrows (necks) and fractures.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02122"/>
                </a:solidFill>
                <a:latin typeface="Calibri"/>
              </a:rPr>
              <a:t>Other tests include hardness, impact (toughness), fatigue (Wohler), wear and corrosion.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A 10 kN load on a 50 square millimetre bar gives a stress of 10,000 / 0.00005 = 200 MPa.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Tensile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4125"/>
                <a:gridCol w="7740289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Quantity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Formula or meaning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Stress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Force / cross-sectional area (N per square metre, Pa)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Strain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Extension / original length (no units)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Young's modulus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Stress / strain, in the elastic region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Hooke's law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Extension is proportional to load up to the limit of proportionality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Ultimate tensile strength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The maximum stress before necking and fracture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Other tests: visual, toughness (impact), hardness, corrosion, wear, fatigue (Wohler), conductivity.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Tensile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the formula for stress?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Young's modulus measure?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is necking?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fatigue failure?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1,000 N force acts on 0.0001 square metres. What is the stress?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2 m bar stretches 1 mm. What is the strain?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temper after quench hardening?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fatigue failure?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Failure caused by repeated cyclic loading below the ultimate strength.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1,000 N force acts on 0.0001 square metres. What is the stress?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10,000,000 Pa (10 MPa).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2 m bar stretches 1 mm. What is the strain?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0.0005.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temper after quench hardening?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To reduce brittleness.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Read a load-extension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Design and Development for Engineering and Manufacturing T Level  ·  Material Processing, Treatment, Failure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Use the tensile test data from your teacher.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Mark the elastic limit, UTS and fracture point on the graph.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Calculate stress, strain and Young's modulus in the elastic region.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the material from its modulus.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Key points labelled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Calculations with units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Sensible identification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ENGINEERING CORE  ·  Core topic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is galvanising called sacrificial protection?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Where would creep be a concern?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Young's modulus tell you?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Engineering Core, Part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https://lana6478.github.io/T-level-Design-Development-Engineering-Manufacturing/#/01-core-component/01-engineering-core-part1.md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 Processing, Treatment, Failure and Testing</dc:title>
  <dc:subject>Design and Development for Engineering and Manufacturing T Level: Core topic 6</dc:subject>
  <dc:creator>Samuel O'Connell</dc:creator>
  <cp:keywords>T Level; Design and Development for Engineering and Manufacturing; lesson slides; 6.3, 6.4, 6.5, 6.6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