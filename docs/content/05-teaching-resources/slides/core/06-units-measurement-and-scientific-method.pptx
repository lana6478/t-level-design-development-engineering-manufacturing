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Principles: precision (repeatability), accuracy (closeness to the true value), uncertainty, resolution, calibration and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Units, Measurement and Scientific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5.1, 5.2, 5.3, 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SI and imperial units and convert between them.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vectors and scalars, and polar and Cartesian coordinates.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scientific method to testing.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measurement equipment and explain accuracy, precision and calibration.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Is 'the car travelled 30 miles' a speed, a velocity or a distance? What would make it a velocity?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3977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115"/>
                <a:gridCol w="3096115"/>
                <a:gridCol w="4902183"/>
              </a:tblGrid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 unit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Length, mass,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m, kg, 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Base units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Force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newton (N)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Derived: kg m/s squared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Pressure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pascal (Pa)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 per square metre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Torque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newton metre (N m)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x distance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Density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kg per cubic metre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/ volume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Prefixes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tera to pico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 = 1,000; m = 0.001; micro = 0.000001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Imperial units: foot, inch, yard, ounce, gallon. 1 inch = 25.4 mm.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Vectors and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Scalars and vectors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Scalar:</a:t>
            </a:r>
            <a:r>
              <a:rPr sz="2200" b="0">
                <a:solidFill>
                  <a:srgbClr val="202122"/>
                </a:solidFill>
                <a:latin typeface="Calibri"/>
              </a:rPr>
              <a:t> size only, e.g. distance, speed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Vector:</a:t>
            </a:r>
            <a:r>
              <a:rPr sz="2200" b="0">
                <a:solidFill>
                  <a:srgbClr val="202122"/>
                </a:solidFill>
                <a:latin typeface="Calibri"/>
              </a:rPr>
              <a:t> size and direction, e.g. displacement, velocity, acceleration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Coordinates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Cartesian:</a:t>
            </a:r>
            <a:r>
              <a:rPr sz="2200" b="0">
                <a:solidFill>
                  <a:srgbClr val="202122"/>
                </a:solidFill>
                <a:latin typeface="Calibri"/>
              </a:rPr>
              <a:t> (x, y)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Polar:</a:t>
            </a:r>
            <a:r>
              <a:rPr sz="2200" b="0">
                <a:solidFill>
                  <a:srgbClr val="202122"/>
                </a:solidFill>
                <a:latin typeface="Calibri"/>
              </a:rPr>
              <a:t> (r, angle)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x = r cos angle, y = r sin angle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 = square root of (x squared + y squared)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scientific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40487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Observe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Notice something.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Ask why.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Hypothesise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an explanation.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Predict or simulate a result.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Run a fair test.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1031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288036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Conclude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65760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79476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Accept or reject, then iterate.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Judge results on accuracy, reliability, precision and whether they can be replicated.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Measurement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4128154"/>
                <a:gridCol w="3612135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Equipment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Measures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Typical resolution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Steel rule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Lengths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0.5 mm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Vernier / digital calliper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Inside, outside and depth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0.02 / 0.01 mm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Micrometer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Small diameters and thicknesses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0.01 mm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Dial test indicator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Small variations, run-out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0.01 mm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CMM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Complex 3D geometry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Microns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velocity a scalar or a vector?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3 inches to millimetres.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accuracy and precision?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calibrate equipment?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tool would you use to measure a 6 mm shaft diameter most precisely?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velocity a scalar or a vector?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vector.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3 inches to millimetres.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76.2 mm.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accuracy and precision?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Accuracy is closeness to the true value; precision is repeatability.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calibrate equipment?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its readings match a known standard.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tool would you use to measure a 6 mm shaft diameter most precisely?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micrometer.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Measure and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Units, Measurement and Scientific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practical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the same three components with a rule, a calliper and a micrometer.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five readings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the mean and range for each tool.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which tool is most precise and why.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Readings recorded with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Mean and range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Conclusion uses accuracy and precision correctly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 derived SI unit and what it measures.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repeat measurements?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resolution?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Units, Measurement and Scientific Method</dc:title>
  <dc:subject>Design and Development for Engineering and Manufacturing T Level: Core topic 5</dc:subject>
  <dc:creator>Samuel O'Connell</dc:creator>
  <cp:keywords>T Level; Design and Development for Engineering and Manufacturing; lesson slides; 5.1, 5.2, 5.3, 5.4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