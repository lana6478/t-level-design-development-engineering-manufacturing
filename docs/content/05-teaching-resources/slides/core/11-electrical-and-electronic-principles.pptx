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Kirchhoff's current law: current into a junction equals current out. Voltage law: voltages around a loop sum to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Electrical and Electronic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8.1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Electrical and Electronic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charge, current, voltage, resistance and power.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Ohm's law and Kirchhoff's laws to series and parallel circuits.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AC and DC, protection systems and semiconductors.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analogue and digital signals.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Why does a fuse blow instead of the wires in your house catching fire?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Key quantities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Electrical and Electronic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115"/>
                <a:gridCol w="2580096"/>
                <a:gridCol w="5418202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Current (I)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amp (A)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Charge / time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Voltage (V)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volt (V)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 = I x R (Ohm's law)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Resistance (R)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ohm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 = V / I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Power (P)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watt (W)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 = V x I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Series and parallel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Electrical and Electronic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Same current through every component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Voltages add up to the supply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Total R = R1 + R2 +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Parallel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Same voltage across each branch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Currents add up to the total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1 / R total = 1 / R1 + 1 / R2 + 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AC, protection and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Electrical and Electronic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AC and 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AC reverses direction (mains); DC flows one way (batteries). Phasor diagrams show AC phase.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Fuses, RCDs and lightning arrestors; differential and transformer protection.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Capacitors and inductors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Store energy in electric and magnetic fields; time constants in DC circuits.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Semiconductors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Diodes let current flow one way; transistors switch and amplify.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Electrical and Electronic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Analogue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Continuously variable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e.g. a thermistor's voltage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Affected by noise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Digital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Discrete levels:</a:t>
            </a:r>
            <a:r>
              <a:rPr sz="2200" b="0">
                <a:solidFill>
                  <a:srgbClr val="202122"/>
                </a:solidFill>
                <a:latin typeface="Calibri"/>
              </a:rPr>
              <a:t> on or off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e.g. a limit switch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Robust, easy to process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Fan in / fan out limits how many gates connect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Electrical and Electronic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 12 V supply drives 2 A. What is the resistance?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Two 10 ohm resistors in series: total resistance?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Two 10 ohm resistors in parallel: total resistance?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an RCD do?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diode do?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Electrical and Electronic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 12 V supply drives 2 A. What is the resistance?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6 ohms.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Two 10 ohm resistors in series: total resistance?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20 ohms.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Two 10 ohm resistors in parallel: total resistance?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5 ohms.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an RCD do?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Cuts the supply when it detects a current imbalance (leakage).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diode do?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Lets current flow in one direction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Circuit calculations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Electrical and Electronic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Pairs, with breadboards if available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Build (or sketch) a series and a parallel circuit with two resistors.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Predict currents and voltages using Ohm's law.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Measure them with a multimeter.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Explain any differences between prediction and measurement.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Predictions calculated correctly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Meter used safely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Differences explained (tolerance, meter resistance)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are house circuits wired in parallel?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power of a 230 V, 5 A heater?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one advantage of digital signals.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https://lana6478.github.io/T-level-Design-Development-Engineering-Manufacturing/#/01-core-component/01-engineering-core-part1.md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Electrical and Electronic Principles</dc:title>
  <dc:subject>Design and Development for Engineering and Manufacturing T Level: Core topic 8</dc:subject>
  <dc:creator>Samuel O'Connell</dc:creator>
  <cp:keywords>T Level; Design and Development for Engineering and Manufacturing; lesson slides; 8.1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