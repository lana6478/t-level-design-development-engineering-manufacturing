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It increases.</a:t>
            </a:r>
          </a:p>
          <a:p>
            <a:r>
              <a:t>2. Where a fluid speeds up, its pressure drops.</a:t>
            </a:r>
          </a:p>
          <a:p>
            <a:r>
              <a:t>3. A fluid's resistance to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Liquids are nearly incompressible; air is compressible, which is a key difference between liquid flow and aerodynamics.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Radiation.</a:t>
            </a:r>
          </a:p>
          <a:p>
            <a:r>
              <a:t>2. Changes state without changing temperature.</a:t>
            </a:r>
          </a:p>
          <a:p>
            <a:r>
              <a:t>3. Materials expand when heated.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Kelvin.</a:t>
            </a:r>
          </a:p>
          <a:p>
            <a:r>
              <a:t>2. Boyle's law.</a:t>
            </a:r>
          </a:p>
          <a:p>
            <a:r>
              <a:t>3. 323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Fluid Dynamics and Thermodynamics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5.7, 5.8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hydrostatic pressure, viscosity and Bernoulli's principle.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laminar and turbulent flow and aerodynamic forces.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heat transfer and sensible and latent heat.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Boyle's law, Charles' law and the general gas equation.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 your ears hurt at the bottom of a swimming pool but not at the top?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Fluids at rest and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Hydrostatic pressure increases with depth: pressure = density x g x depth. That's why dams are thicker at the bottom.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Viscosity is a fluid's resistance to flowing: oil is more viscous than water.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Bernoulli's principle says that where a fluid speeds up, its pressure drops. It explains how carburettors and aircraft wings work.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Flow can be laminar (smooth, orderly layers) or turbulent (chaotic, swirling). Turbulence, vortices and separation points, where flow leaves a surface, increase drag.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At 10 m depth in water, extra pressure = 1,000 x 9.81 x 10 = 98,100 Pa, nearly one extra atmosphere.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Fluids at rest and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Hydrostatic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Pressure = density x g x depth. It rises with depth.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Viscosity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fluid's resistance to flow: honey is more viscous than water.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Bernoulli's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Where a fluid speeds up, its pressure drops.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Flow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Laminar (smooth layers) and turbulent (chaotic), with vortices and separation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Fluids at rest and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happens to pressure with depth?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State Bernoulli's principle.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viscosity?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Aerodynamics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Upward force from pressure difference across a 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Resistance opposing motion through 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that drives an object forward.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Heat moves by conduction (through solids, particle to particle), convection (by moving fluids, such as warm air rising) and radiation (by electromagnetic waves, needing no medium).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Sensible heat changes an object's temperature. Latent heat changes its state, such as ice melting, without changing temperature.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Materials expand when heated (expansivity), so engineers leave gaps in bridges and rails.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Systems are closed (no mass enters or leaves) or open (mass flows through, like an engine).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heatsink uses conduction to draw heat from a chip, then convection (a fan) to carry it away into the 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Heat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Conduction: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through solids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Convection: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moving fluids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Radiation: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by electromagnetic waves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Open and closed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Types of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Sensible heat changes temperature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Latent heat changes state at constant temperature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Expansivity: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materials expand when heated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heat transfer needs no medium?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latent heat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 bridges have expansion gaps?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gas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gas laws link the pressure (p), volume (V) and temperature (T) of a gas. Temperature must be in kelvin: K = degrees C + 273.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Boyle's law, at constant temperature:</a:t>
            </a:r>
            <a:r>
              <a:rPr sz="2200" b="0">
                <a:solidFill>
                  <a:srgbClr val="202122"/>
                </a:solidFill>
                <a:latin typeface="Calibri"/>
              </a:rPr>
              <a:t> p1 V1 = p2 V2. Squash a gas and its pressure rises.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Charles' law, at constant pressure:</a:t>
            </a:r>
            <a:r>
              <a:rPr sz="2200" b="0">
                <a:solidFill>
                  <a:srgbClr val="202122"/>
                </a:solidFill>
                <a:latin typeface="Calibri"/>
              </a:rPr>
              <a:t> V1 / T1 = V2 / T2. Heat a gas and it expands.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general gas equation combines them: p1 V1 / T1 = p2 V2 / T2. The characteristic gas equation, pV = mRT, links them to the mass of gas and its gas constant 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gas at 100 kPa and 4 litres is compressed to 1 litre at constant temperature: p2 = 100 x 4 / 1 = 400 kPa.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gas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4644173"/>
                <a:gridCol w="3354125"/>
              </a:tblGrid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Relationship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Held constant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Boyle's law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p1 V1 = p2 V2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Charles' law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V1 / T1 = V2 / T2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Pressure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General gas equation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p1 V1 / T1 = p2 V2 / T2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of gas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Characteristic gas equation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pV = mRT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 for the gas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Temperatures in gas laws must be in kelvin: K = degrees C + 273.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gas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units must temperature be in?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law applies at constant temperature?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Convert 50 degrees C to kelvin.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to pressure as depth increases?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State Bernoulli's principle.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heat changes state without changing temperature?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gas at 100 kPa is squeezed from 2 L to 1 L at constant temperature. New pressure?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27 degrees C to kelvin.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to pressure as depth increases?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increases.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State Bernoulli's principle.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Where a fluid's speed increases, its pressure decreases.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heat changes state without changing temperature?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Latent heat.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gas at 100 kPa is squeezed from 2 L to 1 L at constant temperature. New pressure?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200 kPa.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27 degrees C to kelvin.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300 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Gas law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Fluid Dynamics and Thermodynamics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Solve the four gas law problems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State which law applies and what is held constant.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Convert all temperatures to kelvin.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one real engineering application of each law.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law chosen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Kelvin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Answers with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gas law temperatures be in kelvin?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example of convection in engineering.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 car spoiler create downforce?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 Dynamics and Thermodynamics</dc:title>
  <dc:subject>Design and Development for Engineering and Manufacturing T Level: Core topic 5</dc:subject>
  <dc:creator>Samuel O'Connell</dc:creator>
  <cp:keywords>T Level; Design and Development for Engineering and Manufacturing; lesson slides; 5.7, 5.8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