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Families: ferrous and non-ferrous metals, thermoplastics (ABS, HIPS, PLA, polycarbonate, polypropylene, acrylic), thermosets, elastomers, composites, ceramics and smart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E0463A"/>
                </a:solidFill>
                <a:latin typeface="Calibri"/>
              </a:rPr>
              <a:t>MECHANICAL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Materials, Standard Parts and Manufacturing Processes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Mechanical: Knowledge criteria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1.10, 1.11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Design and Development for Engineering and Manufacturing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City &amp; Guilds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Knowledge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Materials, Standard Parts and Manufacturing Processes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Select materials using fitness for purpose, availability, risk and factor of safety.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why standard parts are used.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Compare wasting, shaping, forming, welding, 3D printing and joining processes.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why tolerances and fits matter for assembly.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Why don't companies make their own nuts and bolts?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Knowledge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Choosing materials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Materials, Standard Parts and Manufacturing Processes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Fitness for purpose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Properties that meet the function.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61607" y="182880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5967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Availability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Standard stock forms and lead times.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Consequences if it fails.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61607" y="425196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5967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Factor of safety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Design for more load than expected, e.g. 2 x the working load.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Knowledge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Standard parts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Materials, Standard Parts and Manufacturing Processes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66751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1">
                <a:solidFill>
                  <a:srgbClr val="202122"/>
                </a:solidFill>
                <a:latin typeface="Calibri"/>
              </a:rPr>
              <a:t>Examples:</a:t>
            </a:r>
            <a:r>
              <a:rPr sz="2400" b="0">
                <a:solidFill>
                  <a:srgbClr val="202122"/>
                </a:solidFill>
                <a:latin typeface="Calibri"/>
              </a:rPr>
              <a:t> valves, sensors, piping, supports and fittings.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Cheaper than making your own.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Proven quality and known performance.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Easy to replace and source.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600200"/>
            <a:ext cx="3867912" cy="443484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74519"/>
            <a:ext cx="548640" cy="54864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6060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KEY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017520"/>
            <a:ext cx="3291840" cy="2926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FFFFFF"/>
                </a:solidFill>
                <a:latin typeface="Cambria"/>
              </a:rPr>
              <a:t>Design around standard parts wherever you can. It cuts cost and lead 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Knowledge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Manufacturing processes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Materials, Standard Parts and Manufacturing Processes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3" cy="4526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2086"/>
                <a:gridCol w="4128154"/>
                <a:gridCol w="4644173"/>
              </a:tblGrid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Process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Examples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Trade-off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Wasting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Cutting, filing, turning, milling, grinding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Accurate, but wastes material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Shaping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Casting, moulding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Complex shapes, high tooling cost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Forming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Bending, pressing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Fast, little waste, needs ductile material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Welding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MIG/MAG, TIG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Strong permanent joints, heat distortion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3D printing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Additive layers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Complex one-offs, slow for volume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Joining and finishing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Fixings, adhesives, coatings, assembly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Varies with method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Knowledge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Materials, Standard Parts and Manufacturing Processes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a factor of safety?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Why use standard parts?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welding process suits thin stainless steel with a neat finish?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Why do tolerances matter for assembly?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Knowledge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Materials, Standard Parts and Manufacturing Processes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a factor of safety?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The ratio of a design's strength to the load it is expected to carry.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Why use standard parts?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Cheaper, proven, easy to replace and source.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welding process suits thin stainless steel with a neat finish?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TIG.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Why do tolerances matter for assembly?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Parts must fit together as intended.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Knowledge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Process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Materials, Standard Parts and Manufacturing Processes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25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Pairs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Three parts: a one-off prototype bracket, 10,000 plastic clips, and a steel frame.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Choose a material and process for each.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Name any standard parts you would buy in.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Justify each choice.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Process suits the quantity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Material suits the function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Standard parts sensibly used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MECHANICAL ENGINEERING  ·  Mechanical: Knowledge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When is 3D printing the best process?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What is the difference between MIG and TIG?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choose a polymer over a metal?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Knowledge Criteria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https://lana6478.github.io/T-level-Design-Development-Engineering-Manufacturing/#/02-occupational-specialism/01-knowledge-criteria.md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Materials, Standard Parts and Manufacturing Processes</dc:title>
  <dc:subject>Design and Development for Engineering and Manufacturing T Level: Mechanical: Knowledge criteria</dc:subject>
  <dc:creator>Samuel O'Connell</dc:creator>
  <cp:keywords>T Level; Design and Development for Engineering and Manufacturing; lesson slides; 1.10, 1.11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