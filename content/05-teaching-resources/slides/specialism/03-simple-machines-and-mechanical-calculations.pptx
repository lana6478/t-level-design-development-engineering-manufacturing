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machine changes the magnitude, direction or type of motion.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Beams can be simply supported or cantilevered; learners calculate reactions, shear force and bending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E0463A"/>
                </a:solidFill>
                <a:latin typeface="Calibri"/>
              </a:rPr>
              <a:t>MECHANICAL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Simple Machines and Mechanical Calculations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Mechanical: Knowledge criteria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1.5, 1.6, 1.13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Simple Machines and Mechanical Calculations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gears, pulleys, levers, linkages, cams and ratchets.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Calculate gear ratios for simple and compound gear trains.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Calculate mechanical advantage, velocity ratio and efficiency.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Apply stress, strain and beam calculations to design.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A bike's pedal gear has 48 teeth and the rear gear has 16. How many times does the wheel turn for each pedal turn?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Simple machines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Simple Machines and Mechanical Calculations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Gears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Spur, helical, bevel, worm, rack and pinion.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Levers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Class 1 (seesaw), class 2 (wheelbarrow), class 3 (tweezers).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Linkages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Reverse motion, parallel motion, bell crank, crank and slider.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Circular, eccentric and snail (drop) cams turn rotary into reciprocating motion.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03306E"/>
                </a:solidFill>
                <a:latin typeface="Calibri"/>
              </a:rPr>
              <a:t>Pulleys and ratchets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Change force direction; allow motion one way 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Gear trains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Simple Machines and Mechanical Calculations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Gear ratio = teeth on driven gear / teeth on driver gear.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Output speed = input speed / gear ratio.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Compound train:</a:t>
            </a:r>
            <a:r>
              <a:rPr sz="2400" b="0">
                <a:solidFill>
                  <a:srgbClr val="202122"/>
                </a:solidFill>
                <a:latin typeface="Calibri"/>
              </a:rPr>
              <a:t> multiply the ratios of each pair.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Starter:</a:t>
            </a:r>
            <a:r>
              <a:rPr sz="2400" b="0">
                <a:solidFill>
                  <a:srgbClr val="202122"/>
                </a:solidFill>
                <a:latin typeface="Calibri"/>
              </a:rPr>
              <a:t> 16 / 48 = 1/3, so the wheel turns 3 times per pedal turn.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A ratio above 1 slows the output and increases torque. Below 1 speeds it up and reduces torque.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Machine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Simple Machines and Mechanical Calculations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144"/>
                <a:gridCol w="7224270"/>
              </a:tblGrid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Formula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Mechanical advantage (MA)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Load / effort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Velocity ratio (VR)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Distance moved by effort / distance moved by load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Efficiency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MA / VR x 100%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Force x distance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Power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Work / time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Force calculations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Simple Machines and Mechanical Calculations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144"/>
                <a:gridCol w="7224270"/>
              </a:tblGrid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Formula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Stress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Force / area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Strain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Extension / original length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Young's modulus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Stress / strain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Beam reactions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Take moments about a support; reactions sum to the total load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Material quantity and cost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Area or volume x unit cost, plus manufacturing cost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Simple Machines and Mechanical Calculations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A 20-tooth driver meshes with a 60-tooth driven gear. Gear ratio?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If the driver turns at 900 rpm, what is the output speed?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A pulley lifts 400 N with 100 N effort. MA?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If VR is 5 and MA is 4, what is the efficiency?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lever class is a wheelbarrow?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Simple Machines and Mechanical Calculations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A 20-tooth driver meshes with a 60-tooth driven gear. Gear ratio?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3:1.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If the driver turns at 900 rpm, what is the output speed?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300 rpm.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A pulley lifts 400 N with 100 N effort. MA?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4.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If VR is 5 and MA is 4, what is the efficiency?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80%.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lever class is a wheelbarrow?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Class 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Design a winch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Simple Machines and Mechanical Calculations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 winch must lift 2,000 N using a 250 N effort.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Design a compound gear train to achieve it.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Calculate MA, VR and efficiency assuming 80% efficiency.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Suggest where a ratchet is needed and why.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Gear ratio calculated correctly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Efficiency accounted for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Ratchet placement justified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can't efficiency ever reach 100%?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gear type changes the axis by 90 degrees?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does a cam follower do?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Knowledge 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https://lana6478.github.io/T-level-Design-Development-Engineering-Manufacturing/#/02-occupational-specialism/01-knowledge-criteria.md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Machines and Mechanical Calculations</dc:title>
  <dc:subject>Design and Development for Engineering and Manufacturing T Level: Mechanical: Knowledge criteria</dc:subject>
  <dc:creator>Samuel O'Connell</dc:creator>
  <cp:keywords>T Level; Design and Development for Engineering and Manufacturing; lesson slides; 1.5, 1.6, 1.13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