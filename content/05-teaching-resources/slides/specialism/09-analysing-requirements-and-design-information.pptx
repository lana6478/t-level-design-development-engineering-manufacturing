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Analysing Requirements and Design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Performance Outcome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Outcome 2 (2.1 to 2.5)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design briefs, specifications and stakeholder information.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Evaluate materials, timescales, costs and risks for a project.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Find and correct errors in engineering information and manage scope creep.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Verify designs using calculations, CAD simulation and physical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Halfway through a project, the client asks for 'just one more small feature'. What's the risk?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Accessing and evaluating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Design briefs, specifications, concept drawings, stakeholders.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Evaluating a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Materials, manufacturing timescale, cost and risks with mitigation.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Formats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Specifications, CAD models, drawings, process diagrams, SOPs, production plans.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Errors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Spot inaccuracies, correct them, escalate when needed.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Scope creep and design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Scope creep:</a:t>
            </a:r>
            <a:r>
              <a:rPr sz="2400" b="0">
                <a:solidFill>
                  <a:srgbClr val="202122"/>
                </a:solidFill>
                <a:latin typeface="Calibri"/>
              </a:rPr>
              <a:t> requirements grow without control.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Process-driven change:</a:t>
            </a:r>
            <a:r>
              <a:rPr sz="2400" b="0">
                <a:solidFill>
                  <a:srgbClr val="202122"/>
                </a:solidFill>
                <a:latin typeface="Calibri"/>
              </a:rPr>
              <a:t> manufacturing limits force a redesign.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Record every change and its impact on cost and time.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Escalate or report changes that affect the agreed brief.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Every 'small' change costs time and money. Log it before you act on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Verifying design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Against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Components, materials, application, location, risk, environment.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Calculations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Check loads, stresses and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CAD 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Test the design virtually.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Physical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Check fit, form and function.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scope creep?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formats of engineering information.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verify a design with calculations as well as CAD?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scope creep?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Uncontrolled growth in project requirements.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formats of engineering information.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two, e.g. specifications, CAD models, drawings, SOPs.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verify a design with calculations as well as CAD?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check the simulation and confirm results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Spot the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Analysing Requirements and Design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Review the drawing and specification pack from your teacher.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Find at least four errors or inconsistencies.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Correct each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which ones need escalating and to whom.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Errors found and corrected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Escalation decisions justified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Changes recorded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Performance Outcome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Who should you tell about an error in a drawing?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would you control scope creep?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verification method is cheapest?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Practical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https://lana6478.github.io/T-level-Design-Development-Engineering-Manufacturing/#/02-occupational-specialism/02-practical-criteria.md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Analysing Requirements and Design Information</dc:title>
  <dc:subject>Design and Development for Engineering and Manufacturing T Level: Mechanical: Performance Outcome 2</dc:subject>
  <dc:creator>Samuel O'Connell</dc:creator>
  <cp:keywords>T Level; Design and Development for Engineering and Manufacturing; lesson slides; Outcome 2 (2.1 to 2.5)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