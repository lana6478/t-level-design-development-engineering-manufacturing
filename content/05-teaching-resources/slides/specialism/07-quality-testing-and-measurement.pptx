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assurance: procedures, calibration, process capability monitoring, preventative maintenance. Quality control: testing and inspection. Production quantity decides between sampling and 100%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Quality, Testing and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1.15, 1.17, 1.18, 1.19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assignable from random causes of error.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quality assurance and quality control, and sampling with 100% inspection.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non-destructive and destructive testing methods.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measurement equipment and analyse measurement data statistically.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Two operators measure the same part and get different results. List every reason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Causes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Assignable (systematic)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Faulty calibration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Tool wear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Observer bias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Human error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 be found and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Ambient conditions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Temperature and humidity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Instrument uncertainty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Reduced, not eliminated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3870144"/>
                <a:gridCol w="4902183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Detects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Visual, measurement, go/no-go gauges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Surface and dimensional faults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Ultrasonic, X-radiography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Internal flaws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Penetrant, magnetic particle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Surface cracks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Destructive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Tensile, hardness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Strength and hardness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Destructive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Impact (Izod, Charpy), macro examination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Toughness and internal structure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Measurement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Equipment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Rules, protractors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Basic length and angle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Vernier and digital callipers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Inside, outside and depth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Micrometers (outside, inside, depth)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Precise small dimensions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Gauges (go/no-go, slip, plug)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Quick pass or fail checks; reference lengths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DTI, CMM, laser scanning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Run-out, complex 3D geometry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Digital stress/strain machines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Mechanical properties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Analyse results with mean, range and standard deviation to judge whether parts are in tolerance.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tool wear an assignable or random cause?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test finds internal flaws without damaging the part?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Charpy test measure?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go/no-go gauge 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tool wear an assignable or random cause?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Assignable.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test finds internal flaws without damaging the part?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Ultrasonic testing or X-radiography.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Charpy test measure?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Toughness (impact energy absorbed).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go/no-go gauge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Quickly checks whether a feature is within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Is the batch in tolerance?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Quality, Testing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ten parts with a micrometer.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mean, range and standard deviation.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Compare with the drawing tolerance.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whether the process needs adjusting and suggest a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Measurements recorded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Statistics accurate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Decision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use destructive testing?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calibrate measuring equipment?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large standard deviation tell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Quality, Testing and Measurement</dc:title>
  <dc:subject>Design and Development for Engineering and Manufacturing T Level: Mechanical: Knowledge criteria</dc:subject>
  <dc:creator>Samuel O'Connell</dc:creator>
  <cp:keywords>T Level; Design and Development for Engineering and Manufacturing; lesson slides; 1.15, 1.17, 1.18, 1.19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