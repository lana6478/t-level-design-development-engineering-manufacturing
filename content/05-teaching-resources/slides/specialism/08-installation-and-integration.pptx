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Customer, regulatory, manufacturer.</a:t>
            </a:r>
          </a:p>
          <a:p>
            <a:r>
              <a:t>2. To avoid damage or loosening and keep the warranty.</a:t>
            </a:r>
          </a:p>
          <a:p>
            <a:r>
              <a:t>3. PUWER.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A point where two sub-systems connect.</a:t>
            </a:r>
          </a:p>
          <a:p>
            <a:r>
              <a:t>2. Faults are easier to find.</a:t>
            </a:r>
          </a:p>
          <a:p>
            <a:r>
              <a:t>3. Commissioning.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MECHANICAL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Installation and Integration of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Mechanical: Knowledge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Installation and Integration of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requirements for installing mechanical systems.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stages of system integration.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how sub-systems become one functioning system.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new conveyor arrives in pieces from three suppliers. What must happen before it can run?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Installation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Installation and Integration of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Installing a mechanical system must satisfy three sets of requirements.</a:t>
            </a:r>
          </a:p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Customer requirements:</a:t>
            </a:r>
            <a:r>
              <a:rPr sz="2200" b="0">
                <a:solidFill>
                  <a:srgbClr val="202122"/>
                </a:solidFill>
                <a:latin typeface="Calibri"/>
              </a:rPr>
              <a:t> what the system must do on site, where it goes and how it will be used. Regulatory requirements: safety law and standards, such as PUWER and machinery safety rules. Manufacturer specifications: foundations, mounting, alignment, torque settings, clearances and connections.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Ignoring the manufacturer's specification can void the warranty and cause early failure.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pump installed with its shaft misaligned by half a millimetre will wear out its bearings and seals far faster than the manufacturer's rated life.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Installation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Installation and Integration of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1" i="0">
                <a:solidFill>
                  <a:srgbClr val="03306E"/>
                </a:solidFill>
                <a:latin typeface="Calibri"/>
              </a:rPr>
              <a:t>Customer 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What the system must do on site.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Regulatory requirements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Safety law and standards.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Manufacturer specifications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Mounting, alignment, torque settings, clearances.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Installation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Installation and Integration of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Name the three sources of installation requirements.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follow the manufacturer's torque settings?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regulations cover work equipment safety?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Integrating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Installation and Integration of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Integration brings separate sub-systems together into one working system.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Plan the interfaces (where sub-systems connect) and the sequence. Combine the sub-systems. Connect their functions: mechanical links, electrical supplies and control signals. Test each interface, then the whole system. Finally commission it to prove it works as specified.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Testing interfaces one at a time makes faults much easier to find than switching everything on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packaging line: the conveyor, sensor system and robotic arm are each tested, then linked one at a time, then run together at slow speed before full production.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Integrating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Installation and Integration of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3217" y="2793492"/>
            <a:ext cx="8985260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83177" y="24917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Plan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Define interfaces and sequence.</a:t>
            </a:r>
          </a:p>
        </p:txBody>
      </p:sp>
      <p:sp>
        <p:nvSpPr>
          <p:cNvPr id="11" name="Oval 10"/>
          <p:cNvSpPr/>
          <p:nvPr/>
        </p:nvSpPr>
        <p:spPr>
          <a:xfrm>
            <a:off x="3529492" y="24917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4955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Combine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4955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32115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Bring sub-systems together.</a:t>
            </a:r>
          </a:p>
        </p:txBody>
      </p:sp>
      <p:sp>
        <p:nvSpPr>
          <p:cNvPr id="15" name="Oval 14"/>
          <p:cNvSpPr/>
          <p:nvPr/>
        </p:nvSpPr>
        <p:spPr>
          <a:xfrm>
            <a:off x="5775807" y="24917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1270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Connect functions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270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78430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Mechanical, electrical and control links.</a:t>
            </a:r>
          </a:p>
        </p:txBody>
      </p:sp>
      <p:sp>
        <p:nvSpPr>
          <p:cNvPr id="19" name="Oval 18"/>
          <p:cNvSpPr/>
          <p:nvPr/>
        </p:nvSpPr>
        <p:spPr>
          <a:xfrm>
            <a:off x="8022122" y="24917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585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87585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24745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Check each interface, then the whole.</a:t>
            </a:r>
          </a:p>
        </p:txBody>
      </p:sp>
      <p:sp>
        <p:nvSpPr>
          <p:cNvPr id="23" name="Oval 22"/>
          <p:cNvSpPr/>
          <p:nvPr/>
        </p:nvSpPr>
        <p:spPr>
          <a:xfrm>
            <a:off x="10268437" y="249174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3900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Commission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3900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71060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Prove it works as specified.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Integrating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Installation and Integration of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an interface?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test interfaces one at a time?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the final stage of integration?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Installation and Integration of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three sources of installation requirements.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an interface in system integration?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test interfaces before the whole system?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Installation and Integration of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three sources of installation requirements.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Customer, regulatory, manufacturer specifications.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an interface in system integration?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point where two sub-systems connect or interact.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test interfaces before the whole system?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Faults are easier to find and fix.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Integration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Installation and Integration of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Take the conveyor from the starter.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List its sub-systems and interfaces.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Put the integration steps in order.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test for each interface.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All interfaces identified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Logical sequence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Tests are specific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follow the manufacturer's torque settings?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happens during commissioning?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Who needs to sign off an installation?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Knowledge 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https://lana6478.github.io/T-level-Design-Development-Engineering-Manufacturing/#/02-occupational-specialism/01-knowledge-criteria.md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Installation and Integration of Systems</dc:title>
  <dc:subject>Design and Development for Engineering and Manufacturing T Level: Mechanical: Knowledge criteria</dc:subject>
  <dc:creator>Samuel O'Connell</dc:creator>
  <cp:keywords>T Level; Design and Development for Engineering and Manufacturing; lesson slides; 1.16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