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a few minutes to answer on mini whiteboards or paper, then reveal the answers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through any answers the class found difficult.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answer on a sticky note or in the chat before leaving.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1005840"/>
            <a:ext cx="3291840" cy="3291840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9966960" y="3200400"/>
            <a:ext cx="2377440" cy="237744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138160" y="4023360"/>
            <a:ext cx="1371600" cy="1371600"/>
          </a:xfrm>
          <a:prstGeom prst="ellipse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E0463A"/>
                </a:solidFill>
                <a:latin typeface="Calibri"/>
              </a:rPr>
              <a:t>MECHANICAL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315200" cy="228600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Installation and Integration of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A9C8F0"/>
                </a:solidFill>
                <a:latin typeface="Calibri"/>
              </a:rPr>
              <a:t>Mechanical: Knowledge criteria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A9C8F0"/>
                </a:solidFill>
                <a:latin typeface="Calibri"/>
              </a:rPr>
              <a:t>Specification reference: 1.16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60720"/>
            <a:ext cx="7498079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Design and Development for Engineering and Manufacturing T Level  ·  Lesson slides</a:t>
            </a:r>
          </a:p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Unofficial teaching resource. Check the official City &amp; Guilds specification for assessment detail.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MECHANICAL ENGINEERING  ·  Mechanical: Knowledge criteria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Installation and Integration of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1">
                <a:solidFill>
                  <a:srgbClr val="54595D"/>
                </a:solidFill>
                <a:latin typeface="Calibri"/>
              </a:rPr>
              <a:t>By the end of this lesson you should be able to: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4028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011680"/>
            <a:ext cx="6035040" cy="9144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Describe the requirements for installing mechanical systems.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9184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063240"/>
            <a:ext cx="6035040" cy="9144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Describe the stages of system integration.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4340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114800"/>
            <a:ext cx="6035040" cy="9144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Explain how sub-systems become one functioning system.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150876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STARTER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2194560"/>
            <a:ext cx="3291840" cy="3657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03306E"/>
                </a:solidFill>
                <a:latin typeface="Cambria"/>
              </a:rPr>
              <a:t>A new conveyor arrives in pieces from three suppliers. What must happen before it can run?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MECHANICAL ENGINEERING  ·  Mechanical: Knowledge criteria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Installation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Installation and Integration of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515258" cy="457200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1" i="0">
                <a:solidFill>
                  <a:srgbClr val="03306E"/>
                </a:solidFill>
                <a:latin typeface="Calibri"/>
              </a:rPr>
              <a:t>Customer requirements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3058058" cy="35661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What the system must do on site.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8218" y="1600200"/>
            <a:ext cx="3515258" cy="457200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4566818" y="182880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1178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600" b="1" i="0">
                <a:solidFill>
                  <a:srgbClr val="03306E"/>
                </a:solidFill>
                <a:latin typeface="Calibri"/>
              </a:rPr>
              <a:t>Regulatory requirements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6818" y="2468880"/>
            <a:ext cx="3058058" cy="35661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Safety law and standards.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7796" y="1600200"/>
            <a:ext cx="3515258" cy="457200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356396" y="182880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50756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600" b="1" i="0">
                <a:solidFill>
                  <a:srgbClr val="03306E"/>
                </a:solidFill>
                <a:latin typeface="Calibri"/>
              </a:rPr>
              <a:t>Manufacturer specifications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2468880"/>
            <a:ext cx="3058058" cy="35661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Mounting, alignment, torque settings, clearances.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MECHANICAL ENGINEERING  ·  Mechanical: Knowledge criteria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Integrating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Installation and Integration of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3217" y="2793492"/>
            <a:ext cx="8985260" cy="36576"/>
          </a:xfrm>
          <a:prstGeom prst="rect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1283177" y="2491740"/>
            <a:ext cx="640080" cy="6400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68979"/>
            <a:ext cx="2109155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Plan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046220"/>
            <a:ext cx="2109155" cy="1234439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85800" y="4183380"/>
            <a:ext cx="1834835" cy="96011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Define interfaces and sequence.</a:t>
            </a:r>
          </a:p>
        </p:txBody>
      </p:sp>
      <p:sp>
        <p:nvSpPr>
          <p:cNvPr id="11" name="Oval 10"/>
          <p:cNvSpPr/>
          <p:nvPr/>
        </p:nvSpPr>
        <p:spPr>
          <a:xfrm>
            <a:off x="3529492" y="2491740"/>
            <a:ext cx="640080" cy="6400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94955" y="3268979"/>
            <a:ext cx="2109155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Combine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94955" y="4046220"/>
            <a:ext cx="2109155" cy="1234439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2932115" y="4183380"/>
            <a:ext cx="1834835" cy="96011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Bring sub-systems together.</a:t>
            </a:r>
          </a:p>
        </p:txBody>
      </p:sp>
      <p:sp>
        <p:nvSpPr>
          <p:cNvPr id="15" name="Oval 14"/>
          <p:cNvSpPr/>
          <p:nvPr/>
        </p:nvSpPr>
        <p:spPr>
          <a:xfrm>
            <a:off x="5775807" y="2491740"/>
            <a:ext cx="640080" cy="6400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41270" y="3268979"/>
            <a:ext cx="2109155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Connect functions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41270" y="4046220"/>
            <a:ext cx="2109155" cy="1234439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178430" y="4183380"/>
            <a:ext cx="1834835" cy="96011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Mechanical, electrical and control links.</a:t>
            </a:r>
          </a:p>
        </p:txBody>
      </p:sp>
      <p:sp>
        <p:nvSpPr>
          <p:cNvPr id="19" name="Oval 18"/>
          <p:cNvSpPr/>
          <p:nvPr/>
        </p:nvSpPr>
        <p:spPr>
          <a:xfrm>
            <a:off x="8022122" y="2491740"/>
            <a:ext cx="640080" cy="6400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87585" y="3268979"/>
            <a:ext cx="2109155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Test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87585" y="4046220"/>
            <a:ext cx="2109155" cy="1234439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424745" y="4183380"/>
            <a:ext cx="1834835" cy="96011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Check each interface, then the whole.</a:t>
            </a:r>
          </a:p>
        </p:txBody>
      </p:sp>
      <p:sp>
        <p:nvSpPr>
          <p:cNvPr id="23" name="Oval 22"/>
          <p:cNvSpPr/>
          <p:nvPr/>
        </p:nvSpPr>
        <p:spPr>
          <a:xfrm>
            <a:off x="10268437" y="2491740"/>
            <a:ext cx="640080" cy="6400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33900" y="3268979"/>
            <a:ext cx="2109155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Commission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33900" y="4046220"/>
            <a:ext cx="2109155" cy="1234439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671060" y="4183380"/>
            <a:ext cx="1834835" cy="96011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Prove it works as specified.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MECHANICAL ENGINEERING  ·  Mechanical: Knowledge criteria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Installation and Integration of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5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42951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Name three sources of installation requirements.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212592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194304"/>
            <a:ext cx="10408615" cy="142951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is an interface in system integration?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806695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788408"/>
            <a:ext cx="10408615" cy="142951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Why test interfaces before the whole system?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MECHANICAL ENGINEERING  ·  Mechanical: Knowledge criteria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Installation and Integration of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6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42951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Name three sources of installation requirements.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Customer, regulatory, manufacturer specifications.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212592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194304"/>
            <a:ext cx="10408615" cy="142951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is an interface in system integration?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A point where two sub-systems connect or interact.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806695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788408"/>
            <a:ext cx="10408615" cy="142951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Why test interfaces before the whole system?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Faults are easier to find and fix.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MECHANICAL ENGINEERING  ·  Mechanical: Knowledge criteria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Activity: Integration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Installation and Integration of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20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50876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0" i="1">
                <a:solidFill>
                  <a:srgbClr val="54595D"/>
                </a:solidFill>
                <a:latin typeface="Calibri"/>
              </a:rPr>
              <a:t>Pairs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40280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Take the conveyor from the starter.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461004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18688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List its sub-systems and interfaces.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439412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197096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Put the integration steps in order.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417820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175504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Write a test for each interface.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508760"/>
            <a:ext cx="3867912" cy="45720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SUCCESS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240280"/>
            <a:ext cx="3337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All interfaces identified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Logical sequence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Tests are specific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A9C8F0"/>
                </a:solidFill>
                <a:latin typeface="Calibri"/>
              </a:rPr>
              <a:t>MECHANICAL ENGINEERING  ·  Mechanical: Knowledge criteria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Exit ticket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64592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Why follow the manufacturer's torque settings?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60604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What happens during commissioning?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56616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Who needs to sign off an installation?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45920"/>
            <a:ext cx="3410712" cy="2926080"/>
          </a:xfrm>
          <a:prstGeom prst="roundRect">
            <a:avLst>
              <a:gd name="adj" fmla="val 8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503920" y="187451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REVISE THIS TOPIC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2860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Revision notes for this lesson are on the study wiki: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92608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Knowledge Criteria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6928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A9C8F0"/>
                </a:solidFill>
                <a:latin typeface="Calibri"/>
              </a:rPr>
              <a:t>https://lana6478.github.io/T-level-Design-Development-Engineering-Manufacturing/#/02-occupational-specialism/01-knowledge-criteria.md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Installation and Integration of Systems</dc:title>
  <dc:subject>Design and Development for Engineering and Manufacturing T Level: Mechanical: Knowledge criteria</dc:subject>
  <dc:creator>Samuel O'Connell</dc:creator>
  <cp:keywords>T Level; Design and Development for Engineering and Manufacturing; lesson slides; 1.16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