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E.g. machining, mechanical handling, high-power work.</a:t>
            </a:r>
          </a:p>
          <a:p>
            <a:r>
              <a:t>2. Stop, assess and seek advice.</a:t>
            </a:r>
          </a:p>
          <a:p>
            <a:r>
              <a:t>3. By combining likelihood and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E.g. functional tests, measurement, visual inspection.</a:t>
            </a:r>
          </a:p>
          <a:p>
            <a:r>
              <a:t>2. Quality, technical compliance and completeness.</a:t>
            </a:r>
          </a:p>
          <a:p>
            <a:r>
              <a:t>3. E.g. Engineering Council, IMechE, 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Collaboration, Risk and Quality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Performance Outcome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Outcome 5 (5.1 to 5.5)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Collaboration, Risk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Follow professional standards, policies and safe working practice.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Work effectively with others to complete tasks.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Complete risk management analyses for engineering activities.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Test models and quality assure design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spot an error in a colleague's drawing the day before it goes to the client. What do you 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Standards and 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Collaboration, Risk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Professional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Engineering Council, IMechE, IET.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Policies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Workplace policies, SOPs, health and safety requirements.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Teamwork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Contribute, respond to input, manage deadlines and changing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Collaboration, Risk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Engineers carry out risk management for their work, especially in machining, mechanical handling and high-power applications, identifying hazards and putting mitigation in place.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In unfamiliar situations, the right response is to stop, assess the risk and seek advice rather than carry on.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Commercial risks, such as missing a deadline or a supplier failing, are ranked using models that combine likelihood and impact, so the biggest are tackled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Testing a new high-speed spindle: guard it, run it up in stages from outside the enclosure, and have an emergency stop within reach.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Collaboration, Risk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Contexts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Machining, mechanical handling, high-power applications.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Mitigation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and apply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Unfamiliar situations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Stop, assess and ask.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Commercial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Ranking models to prioritise business risks.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Collaboration, Risk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high-risk engineering activities.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should you do in an unfamiliar risky situation?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are commercial risks ranked?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and quality assuring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Collaboration, Risk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Models and prototypes, virtual or physical (block models, 3D prints, one-off prototypes), are tested through concept testing, functional tests, measurement and visual inspection. Results are recorded and acted on.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Design information, such as proposals, specifications and drawings, is produced and quality assured to professional standards from bodies such as the Engineering Council, IMechE and IET.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Completed drawings are checked for quality, technical compliance and completeness before release.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drawing checker spots a missing tolerance on a bearing bore before release, avoiding a batch of unusable parts.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and quality assuring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Collaboration, Risk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79349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Virtual or physical models and prototypes.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Concept, functional, measurement, visual inspection.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Record and respond to results.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Drawings for quality, compliance and completeness.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Testing and quality assuring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Collaboration, Risk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ways to test a prototype.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drawing checked for?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a professional engineering body.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Collaboration, Risk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professional engineering bodies.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should you do in an unfamiliar risky situation?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quality assuring a drawing involve?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Collaboration, Risk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professional engineering bodies.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Engineering Council, IMechE, IET.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should you do in an unfamiliar risky situation?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Stop, assess the risk and seek advice.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quality assuring a drawing involve?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Checking accuracy, technical compliance and completeness.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Peer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Collaboration, Risk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Swap a drawing you produced with a partner.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Check it against a quality checklist.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Give feedback professionally.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Correct your own drawing from the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Checklist fully used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Feedback is constructive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Corrections made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Performance Outcome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 professional standards matter?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makes a good team member?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a high-power application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Practical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https://lana6478.github.io/T-level-Design-Development-Engineering-Manufacturing/#/02-occupational-specialism/02-practical-criteria.md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Collaboration, Risk and Quality Assurance</dc:title>
  <dc:subject>Design and Development for Engineering and Manufacturing T Level: Mechanical: Performance Outcome 5</dc:subject>
  <dc:creator>Samuel O'Connell</dc:creator>
  <cp:keywords>T Level; Design and Development for Engineering and Manufacturing; lesson slides; Outcome 5 (5.1 to 5.5)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