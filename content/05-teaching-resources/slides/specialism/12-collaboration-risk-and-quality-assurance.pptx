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MECHANICAL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Collaboration, Risk and Quality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Mechanical: Performance Outcome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Outcome 5 (5.1 to 5.5)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Collaboration, Risk and 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Follow professional standards, policies and safe working practice.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Work effectively with others to complete tasks.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Complete risk management analyses for engineering activities.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Test models and quality assure design information.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spot an error in a colleague's drawing the day before it goes to the client. What do you do?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Standards and teamwork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Collaboration, Risk and 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Professional standards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Engineering Council, IMechE, IET.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Policies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Workplace policies, SOPs, health and safety requirements.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Teamwork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Contribute, respond to input, manage deadlines and changing conditions.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Collaboration, Risk and 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Contexts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Machining, mechanical handling, high-power applications.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Mitigation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and apply controls.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Unfamiliar situations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Stop, assess and ask.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Commercial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Ranking models to prioritise business risks.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Testing and quality assuring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Collaboration, Risk and 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79349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Virtual or physical models and prototypes.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Concept, functional, measurement, visual inspection.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Record and respond to results.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Check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Drawings for quality, compliance and completeness.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Collaboration, Risk and 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professional engineering bodies.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should you do in an unfamiliar risky situation?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quality assuring a drawing involve?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Collaboration, Risk and 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professional engineering bodies.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Engineering Council, IMechE, IET.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should you do in an unfamiliar risky situation?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Stop, assess the risk and seek advice.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quality assuring a drawing involve?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Checking accuracy, technical compliance and completeness.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Performance Outcome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Peer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Collaboration, Risk and 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Swap a drawing you produced with a partner.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Check it against a quality checklist.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Give feedback professionally.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Correct your own drawing from the feedback.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Checklist fully used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Feedback is constructive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Corrections made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MECHANICAL ENGINEERING  ·  Mechanical: Performance Outcome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 professional standards matter?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makes a good team member?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a high-power application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Practical 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https://lana6478.github.io/T-level-Design-Development-Engineering-Manufacturing/#/02-occupational-specialism/02-practical-criteria.md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Collaboration, Risk and Quality Assurance</dc:title>
  <dc:subject>Design and Development for Engineering and Manufacturing T Level: Mechanical: Performance Outcome 5</dc:subject>
  <dc:creator>Samuel O'Connell</dc:creator>
  <cp:keywords>T Level; Design and Development for Engineering and Manufacturing; lesson slides; Outcome 5 (5.1 to 5.5)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