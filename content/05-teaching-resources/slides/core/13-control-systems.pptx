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Steady-state error is the difference that remains between the set point and the output once the system settles. A transfer function describes the output/input relationship of a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Control Systems, Sensors and Actuators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10.1, 10.2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inputs, processes and outputs, including logic gates.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open and closed loop control and explain feedback.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steady-state error, damping and signal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sensors and actuators used in automation.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toaster runs for a set time. An oven holds 180 degrees. Which one 'knows' what is happening? How?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Parts of a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Sensors measuring pressure, flow, temperature, speed or 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Logic gates (AND, OR, NOT), timers, comparators, counters, latches.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Motors, valves, heaters, lamps.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output is measured and fed back to the input.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Open and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Open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 feedback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Simple and cheap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Cannot correct errors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a toaster on a 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Closed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Feedback via a summing point compares output to the set point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Corrects errors automatically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 overshoot (under-damped) or be slow (over-damped)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an oven thermostat, cruise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Signals and modulation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Analogue signal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Continuously variable value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signal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Discrete on or off levels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Pulse width modulation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Varies the on-time of pulses to control power, e.g. motor speed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Pulse amplitude modulation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Varies the height of pulses to carry information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Sensors and actuators in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Analogue or digital; active (needs power) or passive.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Switches, proximity sensors, lasers, vision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Hard-wired or wireless; suitable power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Positioning, measuring, lifting and moving objects.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closed loop system have that an open loop one doesn't?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logic gate outputs 1 only when both inputs are 1?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steady-state error?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does PWM control motor speed?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closed loop system have that an open loop one doesn't?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Feedback.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logic gate outputs 1 only when both inputs are 1?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steady-state error?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difference left between the set point and the output once settled.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does PWM control motor speed?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By varying how long the power is on in each pulse.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System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Control Systems,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closed loop system diagram for a greenhouse that controls temperature and watering.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Show two inputs, two outputs, the controller and feedback paths.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Label the summing points and set points.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what would happen if it were under-damped.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Multiple inputs and outputs shown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correctly drawn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Damping explained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 passive sensor.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 system overshoot?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process block used in control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Systems, Sensors and Actuators</dc:title>
  <dc:subject>Design and Development for Engineering and Manufacturing T Level: Core topic 10</dc:subject>
  <dc:creator>Samuel O'Connell</dc:creator>
  <cp:keywords>T Level; Design and Development for Engineering and Manufacturing; lesson slides; 10.1, 10.2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