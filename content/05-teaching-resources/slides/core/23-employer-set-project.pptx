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ENGINEERING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The Employer-set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Employer-set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The Employer-set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weighting and conditions of the Employer-set Project.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research, design, plan and present tasks.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five assessment objectives and how to target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The ESP brief is complex and non-routine. What does 'non-routine' mean, and how can you prepare for something you haven't seen?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is the ESP?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The Employer-set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30% of the core, with 18.5 hours of assessment time.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Externally set and marked by City &amp; Guilds.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realistic industry brief developed with employers.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Draws on knowledge from across the whole engineering core.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Linked to four core skills:</a:t>
            </a:r>
            <a:r>
              <a:rPr sz="2200" b="0">
                <a:solidFill>
                  <a:srgbClr val="202122"/>
                </a:solidFill>
                <a:latin typeface="Calibri"/>
              </a:rPr>
              <a:t> planning and preparation, communication, develop and manufacture,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Specialism knowledge is assessed separately. The ESP is about applying the 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The Employer-set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93065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0614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83380"/>
            <a:ext cx="2670733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320540"/>
            <a:ext cx="2396413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Investigate the brief.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40614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Design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4183380"/>
            <a:ext cx="2670733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320540"/>
            <a:ext cx="2396413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Develop a solution.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40614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4183380"/>
            <a:ext cx="2670733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320540"/>
            <a:ext cx="2396413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Plan how it would be made.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40614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Present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4183380"/>
            <a:ext cx="2670733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320540"/>
            <a:ext cx="2396413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Present your outcome.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Assessment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The Employer-set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043"/>
                <a:gridCol w="8514318"/>
                <a:gridCol w="1419053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AO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AO1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Plan your approach: planned, sequenced, prioritised, iterative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AO2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Apply core knowledge and skills in the context of the brief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AO3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Select and use relevant techniques and resources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AO4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Use maths, English and digital skills correctly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AO5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Realise the outcome and review how well it meets the brief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AO2 is half the marks: link your knowledge explicitly to the brief.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The Employer-set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percentage of the core is the ESP?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AO carries the most marks?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four task areas.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AO5 ask for?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The Employer-set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percentage of the core is the ESP?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30%.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AO carries the most marks?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AO2, applying core knowledge and skills (50%).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four task areas.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Research, design, plan, present.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AO5 ask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Realising the outcome and reviewing how well it meets the brief.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Mini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The Employer-set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40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Brief: design a wall bracket to hold a 15 kg shelf in a damp garage.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Research: list the core topics that apply.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Design: sketch a solution and choose a material.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Plan and present: outline manufacture and give a two-minute pitch.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Links to at least four core topics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Material justified for damp conditions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Calculations and units used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ENGINEERING CORE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AO do you think you would score lowest on,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can you show iteration in your approach?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consider rejected options in your review?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Employer-set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https://lana6478.github.io/T-level-Design-Development-Engineering-Manufacturing/#/01-core-component/03-employer-set-project.md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Employer-set Project</dc:title>
  <dc:subject>Design and Development for Engineering and Manufacturing T Level: Core Component</dc:subject>
  <dc:creator>Samuel O'Connell</dc:creator>
  <cp:keywords>T Level; Design and Development for Engineering and Manufacturing; lesson slides; Employer-set Project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