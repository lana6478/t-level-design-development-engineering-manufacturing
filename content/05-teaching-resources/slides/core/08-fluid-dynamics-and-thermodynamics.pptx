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Liquids are nearly incompressible; air is compressible, which is a key difference between liquid flow and aerodynamics.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Fluid Dynamics and Thermodynamics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5.7, 5.8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hydrostatic pressure, viscosity and Bernoulli's principle.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laminar and turbulent flow and aerodynamic forces.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heat transfer and sensible and latent heat.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Boyle's law, Charles' law and the general gas equation.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Why do your ears hurt at the bottom of a swimming pool but not at the top?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Fluids at rest and in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Hydrostatic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Pressure = density x g x depth. It rises with depth.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Viscosity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fluid's resistance to flow: honey is more viscous than water.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Bernoulli's principle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Where a fluid speeds up, its pressure drops.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Flow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Laminar (smooth layers) and turbulent (chaotic), with vortices and separation 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Aerodynamics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Upward force from pressure difference across a wing.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Resistance opposing motion through air.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Thrust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Force that drives an object forward.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Heat transfer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Conduction: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through solids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Convection: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by moving fluids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Radiation: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by electromagnetic waves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Open and closed 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Types of 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Sensible heat changes temperature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Latent heat changes state at constant temperature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Expansivity:</a:t>
            </a:r>
            <a:r>
              <a:rPr sz="2200" b="0">
                <a:solidFill>
                  <a:srgbClr val="202122"/>
                </a:solidFill>
                <a:latin typeface="Calibri"/>
              </a:rPr>
              <a:t> materials expand when heated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gas laws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115"/>
                <a:gridCol w="4644173"/>
                <a:gridCol w="3354125"/>
              </a:tblGrid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Law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Relationship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Held constant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Boyle's law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p1 V1 = p2 V2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Temperature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Charles' law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V1 / T1 = V2 / T2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Pressure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General gas equation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p1 V1 / T1 = p2 V2 / T2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Mass of gas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Characteristic gas equation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pV = mRT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 for the gas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Temperatures in gas laws must be in kelvin: K = degrees C + 273.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happens to pressure as depth increases?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State Bernoulli's principle.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heat changes state without changing temperature?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gas at 100 kPa is squeezed from 2 L to 1 L at constant temperature. New pressure?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Convert 27 degrees C to kelvin.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happens to pressure as depth increases?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It increases.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State Bernoulli's principle.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Where a fluid's speed increases, its pressure decreases.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heat changes state without changing temperature?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Latent heat.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gas at 100 kPa is squeezed from 2 L to 1 L at constant temperature. New pressure?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200 kPa.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Convert 27 degrees C to kelvin.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300 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Gas law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Solve the four gas law problems from your teacher.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State which law applies and what is held constant.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Convert all temperatures to kelvin.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one real engineering application of each law.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Correct law chosen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Kelvin used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Answers with units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must gas law temperatures be in kelvin?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one example of convection in engineering.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a car spoiler create downforce?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https://lana6478.github.io/T-level-Design-Development-Engineering-Manufacturing/#/01-core-component/01-engineering-core-part1.md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Fluid Dynamics and Thermodynamics</dc:title>
  <dc:subject>Design and Development for Engineering and Manufacturing T Level: Core topic 5</dc:subject>
  <dc:creator>Samuel O'Connell</dc:creator>
  <cp:keywords>T Level; Design and Development for Engineering and Manufacturing; lesson slides; 5.7, 5.8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