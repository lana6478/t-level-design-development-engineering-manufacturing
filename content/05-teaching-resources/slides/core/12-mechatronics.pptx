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Mechatronics integrates mechanical and electronic systems into one functioning system. Servo motors give precise position control with feedback; stepper motors move in fixed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Creates movement.</a:t>
            </a:r>
          </a:p>
          <a:p>
            <a:r>
              <a:t>2. A servo motor.</a:t>
            </a:r>
          </a:p>
          <a:p>
            <a:r>
              <a:t>3. Converts one form of energy or signal into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Compared with dedicated ICs or computers, PLCs are rugged, easily reprogrammed and built for industrial I/O, but cost more than a simple dedicated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Unitary is all-in-one; modular is built from plug-in modules.</a:t>
            </a:r>
          </a:p>
          <a:p>
            <a:r>
              <a:t>2. E.g. robotic arms, conveyors, packaging.</a:t>
            </a:r>
          </a:p>
          <a:p>
            <a:r>
              <a:t>3. Rugged and easy to reprogram.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Components: valves, pumps, actuators, cylinders, compressors. Students should recognise them on schematic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Hydraulics.</a:t>
            </a:r>
          </a:p>
          <a:p>
            <a:r>
              <a:t>2. E.g. fast, clean, cheap.</a:t>
            </a:r>
          </a:p>
          <a:p>
            <a:r>
              <a:t>3. Air is compressible.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Mechatronics, PLCs, Hydraulics and Pneumatics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topic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9.1, 9.2, 9.3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the mechanical, electronic and drive components of a mechatronic system.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PLC types and explain how a PLC operates.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hydraulic and pneumatic systems and their components.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car wash moves along a car, sprays, brushes and dries it. List every sensor and motor you think it needs.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Components of a mechatronic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Mechatronics combines mechanical and electronic systems into one.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Mechanical components, such as gears, cams, linkages, levers and pulleys, transmit and change motion. Electronic components sense and control: sensors and transducers measure things, microprocessors and microcontrollers decide what to do, and actuators make things move.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Drives provide the motion:</a:t>
            </a:r>
            <a:r>
              <a:rPr sz="2100" b="0">
                <a:solidFill>
                  <a:srgbClr val="202122"/>
                </a:solidFill>
                <a:latin typeface="Calibri"/>
              </a:rPr>
              <a:t> standard electric motors for continuous rotation, servo motors for precise positions using feedback, and stepper motors that move in fixed steps without needing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3D printer: stepper motors move the head precisely, a microcontroller runs the program, and a thermistor senses the nozzle temperature.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Components of a mechatronic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Mechanical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Gears, cams, linkages, levers, pulleys.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Electronic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Sensors, transducers, microprocessors, microcontrollers, actuators.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Drives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Standard electric motors, servo motors, stepper motors.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Components of a mechatronic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an actuator do?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motor uses feedback for precise positioning?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a transducer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Programmable logic controllers (PLCs)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 PLC is a rugged industrial computer that controls machines and processes.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Unitary PLCs are compact all-in-one units; modular PLCs are built from plug-in modules, so inputs and outputs can be added as needed.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 PLC conditions signals from sensors, runs its program (often ladder logic), and drives outputs such as motors and valves through driver circuits and interfaces.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PLCs run robotic arms, conveyors, packaging lines and SCADA systems. They're more rugged and easier to reprogram than dedicated circuits, but cost more than a simple circuit.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On a bottling line, a sensor detects each bottle; the PLC counts them and tells the capper to fire at exactly the right moment.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Programmable logic controllers (PLCs)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Unitary, unitary with modular features, and modular.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Condition sensor signals, run the program, drive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Function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Process blocks, motor driver ICs, interface devices.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Robotic arms, conveyors, packaging, SCADA, remote units, animatronics.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Programmable logic controllers (PLCs)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difference between unitary and modular PLCs?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two applications of PLCs.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use a PLC rather than a dedicated circuit?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Hydraulics and pneumatics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Both use fluid under pressure to transmit power.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Hydraulics uses oil, which is almost incompressible. It produces very large forces with precise control, but leaks are messy and the oil can be a fire risk. It's used in excavators and presses.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Pneumatics uses compressed air, which is springy (compressible). It's fast, clean and cheap, but gives lower forces and less precise positioning. It's used in pick-and-place machines and bus doors.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Components include pumps and compressors, valves, cylinders and actuators, shown with standard symbols on schematic diagrams.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car crusher uses hydraulics for its huge force; a factory sorting line uses pneumatic cylinders to push small parts quickly.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Hydraulics and pneumatics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Hydraulics (oil)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Nearly incompressible fluid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Very high forces, precise control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Risk of leaks and fire from oil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e.g. excavators, presses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Pneumatics (air)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Compressible, so springy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Fast, clean and cheap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Lower forces, less precise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e.g. pick-and-place, doors on buses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Hydraulics and pneumatics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system uses nearly incompressible fluid?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advantage of pneumatics.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is pneumatic positioning less precise?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electronic components in a mechatronic system.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 unitary and a modular PLC?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system uses a nearly incompressible fluid?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motor moves in fixed steps?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electronic components in a mechatronic system.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sensors, transducers, microprocessors, microcontrollers, actuators.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 unitary and a modular PLC?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unitary PLC is a single fixed unit; a modular PLC is built from plug-in modules.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system uses a nearly incompressible fluid?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Hydraulics.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motor moves in fixed steps?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stepper motor.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Design a sorting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Mechatronics, PLCs, Hydraulics and Pneumatics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conveyor must push large boxes onto a second belt and let small boxes pass.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sensors, a PLC type and an actuator.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between pneumatic and hydraulic actuation and justify it.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Sketch a block diagram of the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Input, process and output all present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Actuator choice justified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Diagram is clear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topic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are PLCs popular in factories?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choose pneumatics?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a transducer do?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Engineering Core, 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https://lana6478.github.io/T-level-Design-Development-Engineering-Manufacturing/#/01-core-component/02-engineering-core-part2.md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Mechatronics, PLCs, Hydraulics and Pneumatics</dc:title>
  <dc:subject>Design and Development for Engineering and Manufacturing T Level: Core topic 9</dc:subject>
  <dc:creator>Samuel O'Connell</dc:creator>
  <cp:keywords>T Level; Design and Development for Engineering and Manufacturing; lesson slides; 9.1, 9.2, 9.3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