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Mechatronics integrates mechanical and electronic systems into one functioning system. Servo motors give precise position control with feedback; stepper motors move in fixed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Compared with dedicated ICs or computers, PLCs are rugged, easily reprogrammed and built for industrial I/O, but cost more than a simple dedicated circuit.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Components: valves, pumps, actuators, cylinders, compressors. Students should recognise them on schematic diagrams.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Mechatronics, PLCs, Hydraulics and Pneumatics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9.1, 9.2, 9.3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Mechatronics, PLCs, Hydraulics and Pneumatics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 the mechanical, electronic and drive components of a mechatronic system.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PLC types and explain how a PLC operates.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hydraulic and pneumatic systems and their components.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car wash moves along a car, sprays, brushes and dries it. List every sensor and motor you think it needs.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Components of a mechatronic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Mechatronics, PLCs, Hydraulics and Pneumatics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Mechanical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Gears, cams, linkages, levers, pulleys.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Electronic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Sensors, transducers, microprocessors, microcontrollers, actuators.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Drives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Standard electric motors, servo motors, stepper motors.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Programmable logic controllers (PLCs)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Mechatronics, PLCs, Hydraulics and Pneumatics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Unitary, unitary with modular features, and modular.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Operation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Condition sensor signals, run the program, drive outputs.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Function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Process blocks, motor driver ICs, interface devices.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Applications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Robotic arms, conveyors, packaging, SCADA, remote units, animatronics.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Hydraulics and pneumatics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Mechatronics, PLCs, Hydraulics and Pneumatics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Hydraulics (oil)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Nearly incompressible fluid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Very high forces, precise control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Risk of leaks and fire from oil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e.g. excavators, presses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Pneumatics (air)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Compressible, so springy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Fast, clean and cheap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Lower forces, less precise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e.g. pick-and-place, doors on buses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Mechatronics, PLCs, Hydraulics and Pneumatics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two electronic components in a mechatronic system.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difference between a unitary and a modular PLC?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system uses a nearly incompressible fluid?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motor moves in fixed steps?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Mechatronics, PLCs, Hydraulics and Pneumatics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two electronic components in a mechatronic system.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 of: sensors, transducers, microprocessors, microcontrollers, actuators.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difference between a unitary and a modular PLC?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unitary PLC is a single fixed unit; a modular PLC is built from plug-in modules.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system uses a nearly incompressible fluid?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Hydraulics.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motor moves in fixed steps?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stepper motor.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Design a sorting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Mechatronics, PLCs, Hydraulics and Pneumatics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 conveyor must push large boxes onto a second belt and let small boxes pass.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sensors, a PLC type and an actuator.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Decide between pneumatic and hydraulic actuation and justify it.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Sketch a block diagram of the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Input, process and output all present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Actuator choice justified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Diagram is clear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are PLCs popular in factories?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would you choose pneumatics?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does a transducer do?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https://lana6478.github.io/T-level-Design-Development-Engineering-Manufacturing/#/01-core-component/02-engineering-core-part2.md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Mechatronics, PLCs, Hydraulics and Pneumatics</dc:title>
  <dc:subject>Design and Development for Engineering and Manufacturing T Level: Core topic 9</dc:subject>
  <dc:creator>Samuel O'Connell</dc:creator>
  <cp:keywords>T Level; Design and Development for Engineering and Manufacturing; lesson slides; 9.1, 9.2, 9.3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