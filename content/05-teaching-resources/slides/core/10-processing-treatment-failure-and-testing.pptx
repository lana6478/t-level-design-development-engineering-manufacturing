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Processing also changes properties: rolling, forging, welding, casting, sintering, hot and cold working, curing thermosets.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Material Processing, Treatment, Failure and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6.3, 6.4, 6.5, 6.6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processing changes material properties.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heat treatments and surface treatments.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causes of failure: corrosion, fatigue and creep.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tensile test results and calculate stress, strain and Young's modulus.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Bend a paperclip back and forth until it snaps. What just happened to the metal?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Heat and surface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Case hardening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Hard outer surface, tough core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Quench hardening / tempering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Harden steel, then reduce brittleness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Normalising / annealing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Refine grain / soften and relieve stress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Precipitation hardening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Strengthens some alloys, e.g. aluminium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Painting, plastic coating, galvanising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Barrier or sacrificial protection against corrosion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materials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Corrosion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Oxidation, chemical attack or stress corrosion eats material 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Fatigue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Repeated loading below the breaking stress causes cracks: the paperclip.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Creep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Slow deformation under constant load, often at high temperature, in three stages.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Coatings, galvanising, sacrificial anodes, good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Tensile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Formula or 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Force / cross-sectional area (N per square metre, Pa)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Strain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Extension / original length (no units)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Young's modulus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Stress / strain, in the elastic region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Hooke's law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Extension is proportional to load up to the limit of proportionality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Ultimate tensile strength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The maximum stress before necking and fracture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Other tests: visual, toughness (impact), hardness, corrosion, wear, fatigue (Wohler), conductivity.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fatigue failure?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1,000 N force acts on 0.0001 square metres. What is the stress?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2 m bar stretches 1 mm. What is the strain?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temper after quench hardening?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fatigue failure?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Failure caused by repeated cyclic loading below the ultimate strength.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1,000 N force acts on 0.0001 square metres. What is the stress?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10,000,000 Pa (10 MPa).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2 m bar stretches 1 mm. What is the strain?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0.0005.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temper after quench hardening?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reduce brittleness.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Read a load-extension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the tensile test data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Mark the elastic limit, UTS and fracture point on the graph.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stress, strain and Young's modulus in the elastic region.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material from its modulus.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Key points labelled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Calculations with units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Sensible identification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galvanising called sacrificial protection?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Where would creep be a concern?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Young's modulus tell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Processing, Treatment, Failure and Testing</dc:title>
  <dc:subject>Design and Development for Engineering and Manufacturing T Level: Core topic 6</dc:subject>
  <dc:creator>Samuel O'Connell</dc:creator>
  <cp:keywords>T Level; Design and Development for Engineering and Manufacturing; lesson slides; 6.3, 6.4, 6.5, 6.6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