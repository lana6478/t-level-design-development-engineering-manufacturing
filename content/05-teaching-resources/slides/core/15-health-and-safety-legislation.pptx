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Learners don't need every legal detail: company safe systems of work should already satisfy the law. They should understand why it exists and who is responsible.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Requirements differ locally, nationally and globally; multinational firms must meet them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Health and Safety Legislation and Responsibilities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topic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12.1, 12.2, 12.3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main requirements of key health and safety legislation.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why health and safety practice matters, including wellbeing.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employer and employee responsibilities.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Who is responsible if a worker is hurt using a machine with its guard removed: the worker, the supervisor or the company?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legislation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5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6164"/>
                <a:gridCol w="6708251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Legislation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Covers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HASAWA and Management Regulations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General duties; risk assessment and safety management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PUWER and LOLER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Safe work equipment; lifting operations and equipment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PPE and Noise at 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Protective equipment; hearing protection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Manual Handling and Work at Height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Lifting loads; working above ground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Electricity at 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Safe electrical systems and 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CEMFAW, RIDDOR, COSHH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Emergency first aid; reporting injuries; hazardous substances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Employees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Work safely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Don't attempt untrained or unauthorised tasks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Co-operate with the employer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Don't misuse or interfere with safety provisions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Employers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Minimise handling, storage and transport risks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Provide instruction, training and supervision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Maintain a safe workplace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Publish a health and safety policy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Protect visitors, contractors and the public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Fewer accidents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Legislation has reduced accident and incident rates.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Wellbeing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Mental health and wellbeing matter as much as physical safety.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Enforcement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HSE enforces the law.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Non-compliance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Injury, prosecution, fines, closure and reputational damage.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regulations cover lifting equipment?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RIDDOR require?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employee responsibilities.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Who enforces health and safety law in Great Britain?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regulations cover lifting equipment?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LOLER.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RIDDOR require?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Reporting of injuries, diseases and dangerous occurrences.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employee responsibilities.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two, e.g. work safely, co-operate, don't misuse safety equipment.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Who enforces health and safety law in Great Britain?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Health and Safety Executive (HSE).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Legislation match-up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Health and Safety Legislation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gives you ten workshop scenarios.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Match each to the legislation that applies.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who is responsible in each case.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Pick the most serious and explain the consequences of non-compliance.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legislation named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Responsibilities split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Consequences are realistic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topic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regulation covers noise from a CNC machine?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wellbeing part of health and safety?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should you do if asked to use a machine you're not trained 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Engineering Core, 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https://lana6478.github.io/T-level-Design-Development-Engineering-Manufacturing/#/01-core-component/02-engineering-core-part2.md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and Safety Legislation and Responsibilities</dc:title>
  <dc:subject>Design and Development for Engineering and Manufacturing T Level: Core topic 12</dc:subject>
  <dc:creator>Samuel O'Connell</dc:creator>
  <cp:keywords>T Level; Design and Development for Engineering and Manufacturing; lesson slides; 12.1, 12.2, 12.3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