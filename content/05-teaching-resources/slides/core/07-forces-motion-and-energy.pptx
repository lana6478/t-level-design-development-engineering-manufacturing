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Starter: the handle is further from the hinge, so the same force gives a bigger moment.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taking moments about the left support, right reaction = 2 x 2 / 6 = 0.67 kN; left reaction = 1.33 kN.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Forces, Motion and Energy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topics 5 and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5.6, 7.1, 7.2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types of motion and calculate moments and torque.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Newton's three laws of motion.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Calculate beam reactions for simply supported beams.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Calculate work, power and energy, and compare power 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is it easier to open a door by pushing near the handle than near the hinge?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Motion and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Types of motion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Rotary, linear, reciprocating, oscillating.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Moment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Force x perpendicular distance from the pivot (N 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Equilibrium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Clockwise moments = anticlockwise moments, and forces balance.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Torque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turning effect of a force about an axis.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Newton's laws of 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First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An object stays at rest or at constant velocity unless a resultant force acts.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Second law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Force = mass x acceleration (F = ma).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4572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Third law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Every action has an equal and opposite reaction.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Simply supported beams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 beam rests on two supports with loads applied.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Take moments about one support to find the other reaction.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1">
                <a:solidFill>
                  <a:srgbClr val="202122"/>
                </a:solidFill>
                <a:latin typeface="Calibri"/>
              </a:rPr>
              <a:t>Example:</a:t>
            </a:r>
            <a:r>
              <a:rPr sz="2400" b="0">
                <a:solidFill>
                  <a:srgbClr val="202122"/>
                </a:solidFill>
                <a:latin typeface="Calibri"/>
              </a:rPr>
              <a:t> a 4 m beam with a 1,000 N load at its centre: each reaction is 500 N.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Shear force and bending moment diagrams show internal forces along the beam.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Check your answer: the two reactions must add up to the total 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Energy and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144"/>
                <a:gridCol w="7224270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Formula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Work done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Force x distance moved (J)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Power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Work done / time (W)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Kinetic energy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Half x mass x velocity squared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Potential energy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Mass x g x height (g = 9.81 m/s squared)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Momentum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Mass x velocity; conserved in collisions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Power sources: mechanical, electrical and renewable, e.g. solar, hydro, wind, geothermal, fossil fuels, nuclear.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20 N force acts 0.5 m from a pivot. What is the moment?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force accelerates a 2 kg mass at 3 m/s squared?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State Newton's third law.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kinetic energy of 4 kg moving at 3 m/s?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motor does 600 J of work in 10 s. What is its power?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20 N force acts 0.5 m from a pivot. What is the moment?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10 N m.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force accelerates a 2 kg mass at 3 m/s squared?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6 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State Newton's third law.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Every action has an equal and opposite reaction.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kinetic energy of 4 kg moving at 3 m/s?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18 J.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motor does 600 J of work in 10 s. What is its power?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60 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Beam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Forces, Motion and Energy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A 6 m beam carries 2 kN at 2 m from the left support.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both support reactions.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Sketch the shear force diagram.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Check your reactions add up to the load.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Moments taken correctly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Reactions of 1.33 kN (left) and 0.67 kN (right)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Diagram labelled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topics 5 and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an everyday example of Newton's first law.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does a flywheel store energy?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Compare two power sources for a remote farm.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Forces, Motion and Energy</dc:title>
  <dc:subject>Design and Development for Engineering and Manufacturing T Level: Core topics 5 and 7</dc:subject>
  <dc:creator>Samuel O'Connell</dc:creator>
  <cp:keywords>T Level; Design and Development for Engineering and Manufacturing; lesson slides; 5.6, 7.1, 7.2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