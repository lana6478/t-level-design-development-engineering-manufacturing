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Maintenance, Repair and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Maintenance, Repair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planned, reactive, preventative and condition-based maintenance.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maintenance roles and operations.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installation and commissioning requirements.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maintenance supports the environment.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Should you change a car's oil on a schedule, or wait until the engine sounds wrong?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Types of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Maintenance, Repair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968"/>
                <a:gridCol w="4191223"/>
                <a:gridCol w="4191223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Trade-off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Scheduled in advance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Predictable, but may replace parts early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Reactive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Fix it when it breaks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No upfront cost, but unplanned downtime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Preventative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Regular servicing to stop failures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Fewer breakdowns, ongoing cost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Condition-based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Monitor and act when readings change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Efficient, needs sensors and data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Roles and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Maintenance, Repair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Machine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Runs the equipment and reports faults.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Maintenance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Services, repairs and monitors equipment.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Maintenance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Plans schedules, resources and priorities.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Monitoring, repair, shutdown and servicing.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Installation and the future of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Maintenance, Repair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Installation must meet customer, regulatory and manufacturer requirements.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Commissioning checks new equipment works safely and as specified before use.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New technology:</a:t>
            </a:r>
            <a:r>
              <a:rPr sz="2400" b="0">
                <a:solidFill>
                  <a:srgbClr val="202122"/>
                </a:solidFill>
                <a:latin typeface="Calibri"/>
              </a:rPr>
              <a:t> sensors and data make condition-based monitoring easier.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Good maintenance reduces waste, energy use and environmental impact.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Waste from maintenance must be disposed of safely.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Well-maintained machines last longer, waste less and are safer.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Maintenance, Repair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maintenance type waits until something breaks?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condition-based monitoring?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commission new equipment?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Who plans maintenance schedules?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Maintenance, Repair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maintenance type waits until something breaks?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Reactive.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condition-based monitoring?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Watching equipment readings and acting when they change.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commission new equipment?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prove it works safely and as specified before use.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Who plans maintenance schedules?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maintenance manager.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Maintenance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Maintenance, Repair and 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workshop machine such as a pillar drill or lathe.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preventative maintenance schedule.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one condition you could monitor.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how your plan reduces environmental impact.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Tasks and frequencies realistic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Monitoring idea is practical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Environmental benefit explained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reactive maintenance acceptable?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happens during a shutdown?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tool used in maintenance.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Maintenance, Repair and Installation</dc:title>
  <dc:subject>Design and Development for Engineering and Manufacturing T Level: Core topic 1</dc:subject>
  <dc:creator>Samuel O'Connell</dc:creator>
  <cp:keywords>T Level; Design and Development for Engineering and Manufacturing; lesson slides; 1.2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