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F2B705"/>
                </a:solidFill>
                <a:latin typeface="Calibri"/>
              </a:rPr>
              <a:t>ENGINEERING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Continuous Improvement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Core topic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16.1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Design and Development for Engineering and Manufacturing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City &amp; Guilds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Continuous Improvement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4028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144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Explain the PDCA cycle, KPIs, lean and Kaizen.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9184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63240"/>
            <a:ext cx="6035040" cy="9144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Identify the 8 wastes.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434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114800"/>
            <a:ext cx="6035040" cy="9144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continuous improvement practices such as 6S, SMED, OEE and TPM.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Watch a classmate make a cup of tea (or imagine it). How many unnecessary steps do they take?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The PDCA 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Continuous Improvement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1884006" y="2519172"/>
            <a:ext cx="8423681" cy="36576"/>
          </a:xfrm>
          <a:prstGeom prst="rect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1563966" y="221742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94660"/>
            <a:ext cx="2670733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Plan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771900"/>
            <a:ext cx="2670733" cy="96012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3909060"/>
            <a:ext cx="2396413" cy="685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Identify the problem and plan a change.</a:t>
            </a:r>
          </a:p>
        </p:txBody>
      </p:sp>
      <p:sp>
        <p:nvSpPr>
          <p:cNvPr id="11" name="Oval 10"/>
          <p:cNvSpPr/>
          <p:nvPr/>
        </p:nvSpPr>
        <p:spPr>
          <a:xfrm>
            <a:off x="4371860" y="221742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56533" y="2994660"/>
            <a:ext cx="2670733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Do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56533" y="3771900"/>
            <a:ext cx="2670733" cy="96012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493693" y="3909060"/>
            <a:ext cx="2396413" cy="685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Try it on a small scale.</a:t>
            </a:r>
          </a:p>
        </p:txBody>
      </p:sp>
      <p:sp>
        <p:nvSpPr>
          <p:cNvPr id="15" name="Oval 14"/>
          <p:cNvSpPr/>
          <p:nvPr/>
        </p:nvSpPr>
        <p:spPr>
          <a:xfrm>
            <a:off x="7179754" y="221742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64427" y="2994660"/>
            <a:ext cx="2670733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Check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4427" y="3771900"/>
            <a:ext cx="2670733" cy="96012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301587" y="3909060"/>
            <a:ext cx="2396413" cy="685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Measure results against KPIs.</a:t>
            </a:r>
          </a:p>
        </p:txBody>
      </p:sp>
      <p:sp>
        <p:nvSpPr>
          <p:cNvPr id="19" name="Oval 18"/>
          <p:cNvSpPr/>
          <p:nvPr/>
        </p:nvSpPr>
        <p:spPr>
          <a:xfrm>
            <a:off x="9987648" y="221742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72321" y="2994660"/>
            <a:ext cx="2670733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Act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72321" y="3771900"/>
            <a:ext cx="2670733" cy="96012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109481" y="3909060"/>
            <a:ext cx="2396413" cy="685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Adopt, adjust or abandon, then repeat.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00634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Kaizen means small, continuous, incremental improvements by everyone.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The 8 wastes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Continuous Improvement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Transportation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Moving materials unnecessarily.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566818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1178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Inventory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Too much stock.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56396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0756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Motion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People moving more than needed.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Waiting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Idle time.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38218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4566818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1178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600" b="1" i="0">
                <a:solidFill>
                  <a:srgbClr val="03306E"/>
                </a:solidFill>
                <a:latin typeface="Calibri"/>
              </a:rPr>
              <a:t>Over-production and over-processing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6818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Making too much, or doing more than required.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27796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8356396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50756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600" b="1" i="0">
                <a:solidFill>
                  <a:srgbClr val="03306E"/>
                </a:solidFill>
                <a:latin typeface="Calibri"/>
              </a:rPr>
              <a:t>Defects and unused talent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56396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Scrap and rework; not using people's skills.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Improvement practices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Continuous Improvement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4" cy="4526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4125"/>
                <a:gridCol w="7740289"/>
              </a:tblGrid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Practice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Value stream mapping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Map every step to find waste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Visual management and kanban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Make status and demand visible at a glance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6S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Sort, set in order, shine, standardise, sustain, safety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SMED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Single minute exchange of dies: faster changeovers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OEE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Overall equipment effectiveness = availability x performance x quality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TPM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Total productive maintenance: operators help maintain machines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Continuous Improvement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does PDCA stand for?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Name four of the 8 wastes.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does SMED reduce?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A machine is 90% available, 80% performance and 95% quality. OEE?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Continuous Improvement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does PDCA stand for?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Plan, do, check, act.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Name four of the 8 wastes.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Any four, e.g. transportation, inventory, motion, waiting.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does SMED reduce?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Changeover time.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A machine is 90% available, 80% performance and 95% quality. OEE?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About 68%.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Lean the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Continuous Improvement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202122"/>
                </a:solidFill>
                <a:latin typeface="Calibri"/>
              </a:rPr>
              <a:t>30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Small groups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Map the value stream of a simple workshop task.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Mark every waste using the 8 wastes.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Apply 6S to the work area.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Plan one PDCA cycle to test an improvement.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At least five wastes identified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6S steps applied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PDCA plan has a measurable KPI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ENGINEERING CORE  ·  Core topic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Which waste is most common in your workshop?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Why use KPIs in continuous improvement?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What is the difference between Kaizen and a big one-off change?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Engineering Core, Part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https://lana6478.github.io/T-level-Design-Development-Engineering-Manufacturing/#/01-core-component/02-engineering-core-part2.md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Continuous Improvement</dc:title>
  <dc:subject>Design and Development for Engineering and Manufacturing T Level: Core topic 16</dc:subject>
  <dc:creator>Samuel O'Connell</dc:creator>
  <cp:keywords>T Level; Design and Development for Engineering and Manufacturing; lesson slides; 16.1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