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Materials: Chemistry, Properties and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topics 5 and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5.5, 6.1, 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Materials: Chemistry, Properties and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atomic structure, bonding and chemical behaviour of materials.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Distinguish physical and mechanical properties and calculate density.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main families of engineering materials.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smart materials and their uses.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is a kettle's body made of metal or plastic, but its handle always plastic?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Chemistry for engineers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Materials: Chemistry, Properties and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Atoms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Nucleus of protons and neutrons, surrounded by electrons; valence electrons form bonds.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Bonding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Metallic, covalent, ionic and van der Waals bonds.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Electrical chemistry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Cells, capacity, internal resistance and electrolysis.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Metals react with acids and alkalis: used in etching and surface finishing.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Properties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Materials: Chemistry, Properties and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Physical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Density = mass / volume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Melting point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Thermal and electrical conductivity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Thermal expansivity, corrosion resistance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Weldability, recyclability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Mechanical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Strength:</a:t>
            </a:r>
            <a:r>
              <a:rPr sz="2200" b="0">
                <a:solidFill>
                  <a:srgbClr val="202122"/>
                </a:solidFill>
                <a:latin typeface="Calibri"/>
              </a:rPr>
              <a:t> tensile, compressive, shear, torsion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Hardness and toughness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Brittleness and ductility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Elasticity and plasticity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Malleability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Families of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Materials: Chemistry, Properties and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Ferrous metals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Cast iron, carbon steels, stainless steel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Non-ferrous metals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Aluminium, copper, brass, zinc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Thermoplastics / thermosets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ABS, acrylic / epoxy resin, melamine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Elastomers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Rubber, neoprene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Composites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GRP, carbon fibre (CRP), MDF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Ceramics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Silicon carbide, glass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Smart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Materials: Chemistry, Properties and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Shape memory alloys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Return to a set shape when heated.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Quantum tunnelling composite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Conducts when squeezed.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Thermochromic / photochromic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Change colour with heat / light.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Piezoelectric crystals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Produce a voltage when stressed.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Materials: Chemistry, Properties and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block has mass 2.7 kg and volume 0.001 cubic metres. What is its density?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hardness and toughness?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brass ferrous or non-ferrous?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smart material produces a voltage under stress?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Materials: Chemistry, Properties and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block has mass 2.7 kg and volume 0.001 cubic metres. What is its density?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2,700 kg per cubic metre (aluminium).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hardness and toughness?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Hardness resists scratching and wear; toughness resists fracture from impact.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brass ferrous or non-ferrous?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Non-ferrous.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smart material produces a voltage under stress?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piezoelectric crystal.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Material detective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Materials: Chemistry, Properties and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Examine the material samples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each family and one likely material.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Measure mass and volume to calculate density for two samples.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Match each sample to a suitable product and justify it by properties.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Families correct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Density calculated with units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Justifications use property names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topics 5 and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are thermosets used for plug sockets?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ductility?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use of a shape memory alloy.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Materials: Chemistry, Properties and Structures</dc:title>
  <dc:subject>Design and Development for Engineering and Manufacturing T Level: Core topics 5 and 6</dc:subject>
  <dc:creator>Samuel O'Connell</dc:creator>
  <cp:keywords>T Level; Design and Development for Engineering and Manufacturing; lesson slides; 5.5, 6.1, 6.2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