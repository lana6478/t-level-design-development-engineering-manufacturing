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Supply disruption stops production.</a:t>
            </a:r>
          </a:p>
          <a:p>
            <a:r>
              <a:t>2. For customised or low-volume products.</a:t>
            </a:r>
          </a:p>
          <a:p>
            <a:r>
              <a:t>3. What materials are needed and when.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Plan, acquire, operate and maintain, dispose.</a:t>
            </a:r>
          </a:p>
          <a:p>
            <a:r>
              <a:t>2. The stage that limits the whole process's output.</a:t>
            </a:r>
          </a:p>
          <a:p>
            <a:r>
              <a:t>3. The purchase price isn't the total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Stock and Asset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15.1, 15.2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stock management principles.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just-in-time, made-to-stock, made-to-order and MRP.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asset life cycle management and capacity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car factory keeps only two hours of parts on site. What are the advantages? What could go wrong?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Stock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Demand and turnover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fast stock is used and replaced.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Cost of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Money tied up, storage and insurance.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Obsolescence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Redundant stock may have to be written 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Minimum levels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Safety stock to avoid running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Suppliers, packaging and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Stock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Just-in-time (JIT) delivers parts exactly when they're needed, keeping stock low and freeing cash, but any supply disruption stops production.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Made-to-stock builds products to a forecast and holds them ready, giving fast delivery but risking unsold or obsolete stock.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Made-to-order builds only when a customer orders, with no unsold stock but longer lead times.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Material requirements planning (MRP) calculates exactly what materials are needed and when, from the production schedule. It depends on accurate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car plant using JIT keeps only hours of parts on site. When a supplier's factory flooded, the whole line stopped within a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Stock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106"/>
                <a:gridCol w="4644173"/>
                <a:gridCol w="3612135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Just-in-time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Parts arrive exactly when needed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Supply disruption stops production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Made-to-stock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Build to a forecast and hold stock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Unsold, obsolete stock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Made-to-order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Build only when ordered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Longer lead times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Plans material needs from production schedules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Relies on accurate data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Stock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main risk of JIT?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When is made-to-order best?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MRP calculate?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Asset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Assets such as machines are managed through four stages: plan what's needed, acquire it, operate and maintain it, then dispose of it by selling, recycling or scrapping.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Whole-life budgeting considers the total cost over the asset's life, not just the purchase price, including maintenance, energy and disposal. Depreciation records the loss of value over time.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Capacity management, such as manufacturing resource planning, finds bottlenecks: the stage that limits the whole process's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cheaper machine that uses twice the energy and needs more servicing can cost more over ten years than a pricier efficient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Asset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51917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Decide what is needed.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Acquire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Buy or build it.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Operate and maintain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 and look after it.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Dispose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Retire, sell or recycle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Capacity management (MRP II, finding bottlenecks) and whole-life budgeting, including depreciation, keep assets working efficiently.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Asset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the four asset life cycle stages.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bottleneck?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whole-life costing?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just-in-time?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obsolete stock?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bottleneck?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asset life cycle stages.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just-in-time?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Receiving parts only when they are needed, with minimal stock.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obsolete stock?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Stock that can no longer be used or sold.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bottleneck?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stage that limits the capacity of the whole process.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asset life cycle stages.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Plan, acquire, operate and maintain, dispose.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Choose a stock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Three businesses: a bespoke furniture maker, a screw manufacturer, a car assembly plant.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stock practice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main risk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how to reduce that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Practice fits the business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Risks realistic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Mitigations sensible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hold minimum stock levels?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does depreciation affect asset decisions?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made-to-order the best choice?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and Asset Management</dc:title>
  <dc:subject>Design and Development for Engineering and Manufacturing T Level: Core topic 15</dc:subject>
  <dc:creator>Samuel O'Connell</dc:creator>
  <cp:keywords>T Level; Design and Development for Engineering and Manufacturing; lesson slides; 15.1, 15.2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