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answer: each part contributes 6 pounds, so 6,000 / 6 = 1,000 parts per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One that makes the product worth more.</a:t>
            </a:r>
          </a:p>
          <a:p>
            <a:r>
              <a:t>2. E.g. waiting, unnecessary transport.</a:t>
            </a:r>
          </a:p>
          <a:p>
            <a:r>
              <a:t>3. To stay competitive through innovation.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Where revenue equals total costs.</a:t>
            </a:r>
          </a:p>
          <a:p>
            <a:r>
              <a:t>2. Indirect.</a:t>
            </a:r>
          </a:p>
          <a:p>
            <a:r>
              <a:t>3. Money may go out before customers pay.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ENGINEERING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Business, Commercial and Financial 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topic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13.1, 13.2, 13.3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commercial priorities, markets and value-added activity.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legal and management practices, including contracts and tendering.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key financial concepts: costs, cash flow, profit and break-even.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part costs 4 pounds to make and sells for 10 pounds. The factory costs 6,000 pounds a month to run. How many must it sell to break even?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Commercial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Businesses aim to make a profit while meeting stakeholders' needs.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Efficiency matters:</a:t>
            </a:r>
            <a:r>
              <a:rPr sz="2200" b="0">
                <a:solidFill>
                  <a:srgbClr val="202122"/>
                </a:solidFill>
                <a:latin typeface="Calibri"/>
              </a:rPr>
              <a:t> value-added activities, such as machining a part, make the product worth more; non-value-added activities, such as moving parts around or waiting, cost money without adding value.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Markets can be local, national or international. Prices are shaped by supply, demand and competition, and activities are judged on quality, cost and time. Research and development (R&amp;D) and innovation keep products competitive.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Cutting the time parts spend waiting between machines from 2 days to 2 hours adds no cost but frees cash and space: removing non-value-added activity.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Commercial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Priorities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Profit and stakeholder needs.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Value-added activity versus non-value-added activity.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Local, national and international; supply, demand and competition.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Innovation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R&amp;D keeps products competitive.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Commercial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value-added activity?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an example of non-value-added activity.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invest in R&amp;D?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Business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Tendering, contracts, warranties, force majeure, indemnity clauses, liabilities.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Resource planning, staffing, training and development.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Business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Traditional or agile.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Systems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Company management systems, policies and procedures.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Financial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Direct costs are tied to each product, such as materials. Indirect costs and overheads keep the business running, such as rent and electricity.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Break-even is the number of units where revenue equals total costs. Above it, the business makes a profit.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Cash flow is money moving in and out over time. Even a profitable business can fail if cash runs out before customers pay. Creditors are people you owe; debtors owe you.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Assets lose value over time (depreciation). Finance comes from loans, shares or capital.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Fixed costs 6,000 pounds a month; each part sells for 10 pounds and costs 4 pounds to make. Break-even = 6,000 / 6 = 1,000 parts a month.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Financial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4125"/>
                <a:gridCol w="7740289"/>
              </a:tblGrid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Direct / indirect costs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Costs tied to a product (materials) / not tied to one (rent)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Overheads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Running costs of the business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Cash flow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Money moving in and out over time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Where revenue equals total costs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Creditors / debtors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Who you owe / who owes you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Depreciation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An asset's loss of value over time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Also: sources of finance (loans, shares, capital), budgets, payment terms, profit and loss, solvency, taxes and rates.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Financial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break-even?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Is rent a direct or indirect cost?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can a profitable business run out of cash?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break-even?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Is rent a direct or indirect cost?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force majeure?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debtor?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break-even?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point where revenue equals total costs.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Is rent a direct or indirect cost?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Indirect.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force majeure?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contract clause covering events outside anyone's control.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debtor?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Someone who owes the business money.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Price a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Business, Commercial and Financial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the cost data from your teacher for a small engineered product.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Calculate the cost per unit including overheads.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Set a selling price and calculate the break-even quantity.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Explain one risk to your cash flow.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Costs classified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Break-even calculated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Cash flow risk realistic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ENGINEERING CORE  ·  Core topic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an example of non-value-added activity.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can a profitable company run out of cash?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tender?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Engineering Core, Part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https://lana6478.github.io/T-level-Design-Development-Engineering-Manufacturing/#/01-core-component/02-engineering-core-part2.md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Business, Commercial and Financial Awareness</dc:title>
  <dc:subject>Design and Development for Engineering and Manufacturing T Level: Core topic 13</dc:subject>
  <dc:creator>Samuel O'Connell</dc:creator>
  <cp:keywords>T Level; Design and Development for Engineering and Manufacturing; lesson slides; 13.1, 13.2, 13.3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