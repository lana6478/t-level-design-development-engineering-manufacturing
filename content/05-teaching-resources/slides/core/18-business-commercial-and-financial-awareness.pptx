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 answer: each part contributes 6 pounds, so 6,000 / 6 = 1,000 parts per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Business, Commercial and Financial Awareness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13.1, 13.2, 13.3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Business, Commercial and Financial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commercial priorities, markets and value-added activity.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legal and management practices, including contracts and tendering.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key financial concepts: costs, cash flow, profit and break-even.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part costs 4 pounds to make and sells for 10 pounds. The factory costs 6,000 pounds a month to run. How many must it sell to break even?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Commercial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Business, Commercial and Financial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Priorities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Profit and stakeholder needs.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Value-added activity versus non-value-added activity.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Markets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Local, national and international; supply, demand and competition.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Innovation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R&amp;D keeps products competitive.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Business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Business, Commercial and Financial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Legal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Tendering, contracts, warranties, force majeure, indemnity clauses, liabilities.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Resource planning, staffing, training and development.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Business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Traditional or agile.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Company management systems, policies and procedures.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Financial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Business, Commercial and Financial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77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125"/>
                <a:gridCol w="7740289"/>
              </a:tblGrid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Direct / indirect costs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Costs tied to a product (materials) / not tied to one (rent)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Overheads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Running costs of the business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Cash flow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Money moving in and out over time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Break-even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Where revenue equals total costs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Creditors / debtors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Who you owe / who owes you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Depreciation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An asset's loss of value over time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Also: sources of finance (loans, shares, capital), budgets, payment terms, profit and loss, solvency, taxes and rates.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Business, Commercial and Financial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break-even?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Is rent a direct or indirect cost?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force majeure?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debtor?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Business, Commercial and Financial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break-even?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point where revenue equals total costs.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Is rent a direct or indirect cost?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Indirect.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force majeure?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contract clause covering events outside anyone's control.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debtor?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Someone who owes the business money.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Price a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Business, Commercial and Financial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Use the cost data from your teacher for a small engineered product.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Calculate the cost per unit including overheads.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Set a selling price and calculate the break-even quantity.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Explain one risk to your cash 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Costs classified correctly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Break-even calculated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Cash flow risk realistic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an example of non-value-added activity.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can a profitable company run out of cash?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a tender?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https://lana6478.github.io/T-level-Design-Development-Engineering-Manufacturing/#/01-core-component/02-engineering-core-part2.md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Business, Commercial and Financial Awareness</dc:title>
  <dc:subject>Design and Development for Engineering and Manufacturing T Level: Core topic 13</dc:subject>
  <dc:creator>Samuel O'Connell</dc:creator>
  <cp:keywords>T Level; Design and Development for Engineering and Manufacturing; lesson slides; 13.1, 13.2, 13.3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