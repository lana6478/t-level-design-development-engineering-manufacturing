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answer: Pythagoras, height = square root of (25 minus 9) = 4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The order to carry out operations.</a:t>
            </a:r>
          </a:p>
          <a:p>
            <a:r>
              <a:t>2. The equation of a straight line (m is gradient, c is intercept).</a:t>
            </a:r>
          </a:p>
          <a:p>
            <a:r>
              <a:t>3. E.g. finding maximum and minimum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7.2 x 10 to the power -3.</a:t>
            </a:r>
          </a:p>
          <a:p>
            <a:r>
              <a:t>2. pi x r squared x h.</a:t>
            </a:r>
          </a:p>
          <a:p>
            <a:r>
              <a:t>3. In right-angled triangles.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1. 12.</a:t>
            </a:r>
          </a:p>
          <a:p>
            <a:r>
              <a:t>2. It matches on and off electrical states.</a:t>
            </a:r>
          </a:p>
          <a:p>
            <a:r>
              <a:t>3.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ENGINEERING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Essential Mathematics for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topic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4.1, 4.2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arithmetic, algebra and geometry to engineering problems.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trigonometry, graphs and basic calculus.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Calculate statistical measures.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Convert between decimal, binary and hexadecimal.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ladder 5 m long leans against a wall with its foot 3 m out. How high up the wall does it reach?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maths toolkit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Engineers use maths every day to design, check and make things.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Arithmetic:</a:t>
            </a:r>
            <a:r>
              <a:rPr sz="2200" b="0">
                <a:solidFill>
                  <a:srgbClr val="202122"/>
                </a:solidFill>
                <a:latin typeface="Calibri"/>
              </a:rPr>
              <a:t> standard form for very large or small numbers, fractions, percentages, ratios and BIDMAS (the order of operations). Algebra: rearranging formulae, solving simultaneous and quadratic equations, indices, logarithms, sequences and matrices. Geometry: areas and volumes. Calculus: straight-line graphs (y = mx + c), differentiation to find maximum and minimum values, and integration. Trigonometry: Pythagoras, sine and cosine rules, radians and vectors. Statistics: averages, range, standard deviation and probability.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Working out how much steel is needed for 200 cylindrical pins uses geometry (volume), arithmetic (multiplying up) and percentages (adding waste).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maths toolkit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0096"/>
                <a:gridCol w="8514318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to be able to do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Arithmetic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Standard form, fractions, percentages, ratios, BIDMAS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Algebra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Rearrange equations; simultaneous and quadratic equations; indices; logarithms; sequences; matrices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Areas of 2D shapes, volumes of 3D shapes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Calculus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Straight-line graphs y = mx + c; standard differentials and integrals; maximum and minimum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Trigonometry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Pythagoras, sine and cosine rules, radians, vectors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Statistics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Range, mean, median, mode, standard deviation, probability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The maths toolkit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BIDMAS tell you?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y = mx + c?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differentiation used for?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Standard form:</a:t>
            </a:r>
            <a:r>
              <a:rPr sz="2000" b="0">
                <a:solidFill>
                  <a:srgbClr val="202122"/>
                </a:solidFill>
                <a:latin typeface="Calibri"/>
              </a:rPr>
              <a:t> 0.00045 m is written 4.5 x 10 to the power -4 m, so the size is clear at a glance.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Straight lines:</a:t>
            </a:r>
            <a:r>
              <a:rPr sz="2000" b="0">
                <a:solidFill>
                  <a:srgbClr val="202122"/>
                </a:solidFill>
                <a:latin typeface="Calibri"/>
              </a:rPr>
              <a:t> a line through (0, 2) with a gradient of 3 is y = 3x + 2.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Volume:</a:t>
            </a:r>
            <a:r>
              <a:rPr sz="2000" b="0">
                <a:solidFill>
                  <a:srgbClr val="202122"/>
                </a:solidFill>
                <a:latin typeface="Calibri"/>
              </a:rPr>
              <a:t> a cylinder's volume is pi x r squared x h. With r = 0.1 m and h = 2 m, that's about 0.063 cubic metres.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Triangles:</a:t>
            </a:r>
            <a:r>
              <a:rPr sz="2000" b="0">
                <a:solidFill>
                  <a:srgbClr val="202122"/>
                </a:solidFill>
                <a:latin typeface="Calibri"/>
              </a:rPr>
              <a:t> Pythagoras (a squared + b squared = c squared) works for right-angled triangles; the sine rule (a / sin A = b / sin B) and cosine rule handle any triangle.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Always write the formula, substitute with units, then round sensibly.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5 m ladder with its foot 3 m from a wall: height = square root of (25 - 9) = square root of 16 = 4 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Standard form:</a:t>
            </a:r>
            <a:r>
              <a:rPr sz="2400" b="0">
                <a:solidFill>
                  <a:srgbClr val="202122"/>
                </a:solidFill>
                <a:latin typeface="Calibri"/>
              </a:rPr>
              <a:t> 0.00045 m = 4.5 x 10 to the power -4 m.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Straight line:</a:t>
            </a:r>
            <a:r>
              <a:rPr sz="2400" b="0">
                <a:solidFill>
                  <a:srgbClr val="202122"/>
                </a:solidFill>
                <a:latin typeface="Calibri"/>
              </a:rPr>
              <a:t> through (0, 2) with gradient 3 gives y = 3x + 2.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Volume of a cylinder:</a:t>
            </a:r>
            <a:r>
              <a:rPr sz="2400" b="0">
                <a:solidFill>
                  <a:srgbClr val="202122"/>
                </a:solidFill>
                <a:latin typeface="Calibri"/>
              </a:rPr>
              <a:t> pi x r squared x h. For r = 0.1 m and h = 2 m, about 0.063 cubic metres.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Sine rule:</a:t>
            </a:r>
            <a:r>
              <a:rPr sz="2400" b="0">
                <a:solidFill>
                  <a:srgbClr val="202122"/>
                </a:solidFill>
                <a:latin typeface="Calibri"/>
              </a:rPr>
              <a:t> a / sin A = b / sin B = c / sin 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Always write the formula, substitute with units, then round sensibly. Most marks are lost in the working, not the maths.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Write 0.0072 in standard form.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the volume formula for a cylinder?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When can you use Pythagoras?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Number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Decimal (base 10) is used every day. Binary (base 2) uses only 0 and 1, matching the on and off states of digital electronics, so PLCs, sensors and control systems work in binary. Hexadecimal (base 16) uses 0 to 9 and A to F; each hex digit stands for four binary digits, so it's a compact way to write binary, used for memory addresses and machine codes.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To convert binary to decimal, add the place values of the 1s: 8, 4, 2, 1 from the left for four bits.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Binary 1011 = 8 + 0 + 2 + 1 = 11 in decimal, which is B in hexadecimal.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Number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2580096"/>
                <a:gridCol w="2322086"/>
                <a:gridCol w="4128154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Decimal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Hexadecimal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1010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Everyday counting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Binary: digital logic and PLC signals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11111111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Hex: memory addresses and machine codes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Number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Convert binary 1100 to decimal.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do digital systems use binary?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How many binary digits does one hex digit represent?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Write 0.0032 in standard form.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gradient of y = 4x - 7?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Convert binary 1100 to decimal.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Find the mean of 12, 15, 18.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180 degrees in radians?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Write 0.0032 in standard form.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3.2 x 10 to the power -3.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gradient of y = 4x - 7?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4.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Convert binary 1100 to decimal.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12.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Find the mean of 12, 15, 18.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15.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180 degrees in radians?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Pi radians.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Maths in the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Essential Mathematics for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Work through the six engineering problems from your teacher (one per toolkit area).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Show the formula, substitution and units every time.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Check each answer with a partner.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Convert three sensor readings from binary to decimal and hex.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Working shown clearly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Correct units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Conversions correct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ENGINEERING CORE  ·  Core topic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area of maths do you find hardest?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 engineers use standard form?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Where might you meet hexadecimal in engineering?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Engineering Core, 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https://lana6478.github.io/T-level-Design-Development-Engineering-Manufacturing/#/01-core-component/01-engineering-core-part1.md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Mathematics for Engineering</dc:title>
  <dc:subject>Design and Development for Engineering and Manufacturing T Level: Core topic 4</dc:subject>
  <dc:creator>Samuel O'Connell</dc:creator>
  <cp:keywords>T Level; Design and Development for Engineering and Manufacturing; lesson slides; 4.1, 4.2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