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 answer: Pythagoras, height = square root of (25 minus 9) = 4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Essential Mathematics for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4.1,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arithmetic, algebra and geometry to engineering problems.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trigonometry, graphs and basic calculus.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statistical measures.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Convert between decimal, binary and hexadecimal.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ladder 5 m long leans against a wall with its foot 3 m out. How high up the wall does it reach?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maths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096"/>
                <a:gridCol w="8514318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to be able to do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Arithmetic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Standard form, fractions, percentages, ratios, BIDMAS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Algebra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Rearrange equations; simultaneous and quadratic equations; indices; logarithms; sequences; matrices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Areas of 2D shapes, volumes of 3D shapes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Calculus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Straight-line graphs y = mx + c; standard differentials and integrals; maximum and minimum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Trigonometry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Pythagoras, sine and cosine rules, radians, vectors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Statistics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Range, mean, median, mode, standard deviation, probability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Standard form:</a:t>
            </a:r>
            <a:r>
              <a:rPr sz="2400" b="0">
                <a:solidFill>
                  <a:srgbClr val="202122"/>
                </a:solidFill>
                <a:latin typeface="Calibri"/>
              </a:rPr>
              <a:t> 0.00045 m = 4.5 x 10 to the power -4 m.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Straight line:</a:t>
            </a:r>
            <a:r>
              <a:rPr sz="2400" b="0">
                <a:solidFill>
                  <a:srgbClr val="202122"/>
                </a:solidFill>
                <a:latin typeface="Calibri"/>
              </a:rPr>
              <a:t> through (0, 2) with gradient 3 gives y = 3x + 2.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Volume of a cylinder:</a:t>
            </a:r>
            <a:r>
              <a:rPr sz="2400" b="0">
                <a:solidFill>
                  <a:srgbClr val="202122"/>
                </a:solidFill>
                <a:latin typeface="Calibri"/>
              </a:rPr>
              <a:t> pi x r squared x h. For r = 0.1 m and h = 2 m, about 0.063 cubic metres.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Sine rule:</a:t>
            </a:r>
            <a:r>
              <a:rPr sz="2400" b="0">
                <a:solidFill>
                  <a:srgbClr val="202122"/>
                </a:solidFill>
                <a:latin typeface="Calibri"/>
              </a:rPr>
              <a:t> a / sin A = b / sin B = c / sin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Always write the formula, substitute with units, then round sensibly. Most marks are lost in the working, not the maths.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Number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3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77"/>
                <a:gridCol w="2580096"/>
                <a:gridCol w="2322086"/>
                <a:gridCol w="4128154"/>
              </a:tblGrid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Decimal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Binary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Hexadecimal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Used for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Everyday counting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1111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Binary: digital logic and PLC signals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113157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255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11111111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FF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Hex: memory addresses and machine codes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Write 0.0032 in standard form.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gradient of y = 4x - 7?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Convert binary 1100 to decimal.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Find the mean of 12, 15, 18.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180 degrees in radians?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Write 0.0032 in standard form.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3.2 x 10 to the power -3.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gradient of y = 4x - 7?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4.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Convert binary 1100 to decimal.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12.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Find the mean of 12, 15, 18.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15.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180 degrees in radians?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Pi radians.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Maths in the workshop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Essential Mathematics for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Work through the six engineering problems from your teacher (one per toolkit area).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Show the formula, substitution and units every time.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each answer with a partner.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Convert three sensor readings from binary to decimal and hex.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Working shown clearly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Correct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Conversions correct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area of maths do you find hardest?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engineers use standard form?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Where might you meet hexadecimal in engineering?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 Mathematics for Engineering</dc:title>
  <dc:subject>Design and Development for Engineering and Manufacturing T Level: Core topic 4</dc:subject>
  <dc:creator>Samuel O'Connell</dc:creator>
  <cp:keywords>T Level; Design and Development for Engineering and Manufacturing; lesson slides; 4.1, 4.2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